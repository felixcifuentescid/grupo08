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18288000" cy="10287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944306" y="0"/>
            <a:ext cx="4314824" cy="140017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9401" y="1188920"/>
            <a:ext cx="16649699" cy="909807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18336" y="0"/>
            <a:ext cx="4169663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975859" y="441959"/>
            <a:ext cx="0" cy="2280285"/>
          </a:xfrm>
          <a:custGeom>
            <a:avLst/>
            <a:gdLst/>
            <a:ahLst/>
            <a:cxnLst/>
            <a:rect l="l" t="t" r="r" b="b"/>
            <a:pathLst>
              <a:path w="0" h="2280285">
                <a:moveTo>
                  <a:pt x="0" y="2279904"/>
                </a:moveTo>
                <a:lnTo>
                  <a:pt x="0" y="0"/>
                </a:lnTo>
              </a:path>
            </a:pathLst>
          </a:custGeom>
          <a:ln w="3175">
            <a:solidFill>
              <a:srgbClr val="008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52806" y="384818"/>
            <a:ext cx="17182386" cy="20181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051463" y="2620195"/>
            <a:ext cx="7886700" cy="6311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5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hyperlink" Target="mailto:josi.munoz@duocuc.cl" TargetMode="External"/><Relationship Id="rId5" Type="http://schemas.openxmlformats.org/officeDocument/2006/relationships/hyperlink" Target="mailto:luka.meza@duocuc.cl" TargetMode="External"/><Relationship Id="rId6" Type="http://schemas.openxmlformats.org/officeDocument/2006/relationships/hyperlink" Target="mailto:juv.munoz@duocuc.cl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jp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3" Type="http://schemas.openxmlformats.org/officeDocument/2006/relationships/image" Target="../media/image11.jp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Relationship Id="rId3" Type="http://schemas.openxmlformats.org/officeDocument/2006/relationships/image" Target="../media/image1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png"/><Relationship Id="rId3" Type="http://schemas.openxmlformats.org/officeDocument/2006/relationships/image" Target="../media/image1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Relationship Id="rId3" Type="http://schemas.openxmlformats.org/officeDocument/2006/relationships/image" Target="../media/image1.png"/><Relationship Id="rId4" Type="http://schemas.openxmlformats.org/officeDocument/2006/relationships/image" Target="../media/image27.jpg"/><Relationship Id="rId5" Type="http://schemas.openxmlformats.org/officeDocument/2006/relationships/image" Target="../media/image28.jpg"/><Relationship Id="rId6" Type="http://schemas.openxmlformats.org/officeDocument/2006/relationships/image" Target="../media/image16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1.png"/><Relationship Id="rId4" Type="http://schemas.openxmlformats.org/officeDocument/2006/relationships/image" Target="../media/image30.png"/><Relationship Id="rId5" Type="http://schemas.openxmlformats.org/officeDocument/2006/relationships/image" Target="../media/image17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Relationship Id="rId3" Type="http://schemas.openxmlformats.org/officeDocument/2006/relationships/image" Target="../media/image32.png"/><Relationship Id="rId4" Type="http://schemas.openxmlformats.org/officeDocument/2006/relationships/image" Target="../media/image33.png"/><Relationship Id="rId5" Type="http://schemas.openxmlformats.org/officeDocument/2006/relationships/image" Target="../media/image34.png"/><Relationship Id="rId6" Type="http://schemas.openxmlformats.org/officeDocument/2006/relationships/image" Target="../media/image35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38.png"/><Relationship Id="rId10" Type="http://schemas.openxmlformats.org/officeDocument/2006/relationships/image" Target="../media/image39.png"/><Relationship Id="rId11" Type="http://schemas.openxmlformats.org/officeDocument/2006/relationships/image" Target="../media/image40.png"/><Relationship Id="rId12" Type="http://schemas.openxmlformats.org/officeDocument/2006/relationships/image" Target="../media/image41.png"/><Relationship Id="rId13" Type="http://schemas.openxmlformats.org/officeDocument/2006/relationships/image" Target="../media/image42.png"/><Relationship Id="rId14" Type="http://schemas.openxmlformats.org/officeDocument/2006/relationships/image" Target="../media/image43.png"/><Relationship Id="rId15" Type="http://schemas.openxmlformats.org/officeDocument/2006/relationships/image" Target="../media/image44.png"/><Relationship Id="rId16" Type="http://schemas.openxmlformats.org/officeDocument/2006/relationships/image" Target="../media/image45.png"/><Relationship Id="rId17" Type="http://schemas.openxmlformats.org/officeDocument/2006/relationships/image" Target="../media/image46.png"/><Relationship Id="rId18" Type="http://schemas.openxmlformats.org/officeDocument/2006/relationships/image" Target="../media/image47.png"/><Relationship Id="rId19" Type="http://schemas.openxmlformats.org/officeDocument/2006/relationships/image" Target="../media/image48.png"/><Relationship Id="rId20" Type="http://schemas.openxmlformats.org/officeDocument/2006/relationships/image" Target="../media/image49.png"/><Relationship Id="rId21" Type="http://schemas.openxmlformats.org/officeDocument/2006/relationships/image" Target="../media/image50.png"/><Relationship Id="rId22" Type="http://schemas.openxmlformats.org/officeDocument/2006/relationships/image" Target="../media/image51.png"/><Relationship Id="rId23" Type="http://schemas.openxmlformats.org/officeDocument/2006/relationships/image" Target="../media/image52.png"/><Relationship Id="rId24" Type="http://schemas.openxmlformats.org/officeDocument/2006/relationships/image" Target="../media/image53.png"/><Relationship Id="rId25" Type="http://schemas.openxmlformats.org/officeDocument/2006/relationships/image" Target="../media/image54.png"/><Relationship Id="rId26" Type="http://schemas.openxmlformats.org/officeDocument/2006/relationships/image" Target="../media/image55.png"/><Relationship Id="rId27" Type="http://schemas.openxmlformats.org/officeDocument/2006/relationships/image" Target="../media/image56.png"/><Relationship Id="rId28" Type="http://schemas.openxmlformats.org/officeDocument/2006/relationships/image" Target="../media/image57.png"/><Relationship Id="rId29" Type="http://schemas.openxmlformats.org/officeDocument/2006/relationships/image" Target="../media/image58.png"/><Relationship Id="rId30" Type="http://schemas.openxmlformats.org/officeDocument/2006/relationships/image" Target="../media/image59.png"/><Relationship Id="rId31" Type="http://schemas.openxmlformats.org/officeDocument/2006/relationships/image" Target="../media/image60.png"/><Relationship Id="rId32" Type="http://schemas.openxmlformats.org/officeDocument/2006/relationships/image" Target="../media/image61.png"/><Relationship Id="rId33" Type="http://schemas.openxmlformats.org/officeDocument/2006/relationships/image" Target="../media/image62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1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.jpg"/><Relationship Id="rId3" Type="http://schemas.openxmlformats.org/officeDocument/2006/relationships/image" Target="../media/image1.png"/><Relationship Id="rId4" Type="http://schemas.openxmlformats.org/officeDocument/2006/relationships/image" Target="../media/image69.jpg"/><Relationship Id="rId5" Type="http://schemas.openxmlformats.org/officeDocument/2006/relationships/image" Target="../media/image70.jpg"/><Relationship Id="rId6" Type="http://schemas.openxmlformats.org/officeDocument/2006/relationships/image" Target="../media/image71.jpg"/><Relationship Id="rId7" Type="http://schemas.openxmlformats.org/officeDocument/2006/relationships/image" Target="../media/image72.jpg"/><Relationship Id="rId8" Type="http://schemas.openxmlformats.org/officeDocument/2006/relationships/image" Target="../media/image73.jpg"/><Relationship Id="rId9" Type="http://schemas.openxmlformats.org/officeDocument/2006/relationships/image" Target="../media/image7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75.png"/><Relationship Id="rId6" Type="http://schemas.openxmlformats.org/officeDocument/2006/relationships/image" Target="../media/image76.pn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78.jpg"/><Relationship Id="rId5" Type="http://schemas.openxmlformats.org/officeDocument/2006/relationships/image" Target="../media/image76.png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7.png"/><Relationship Id="rId3" Type="http://schemas.openxmlformats.org/officeDocument/2006/relationships/image" Target="../media/image1.png"/><Relationship Id="rId4" Type="http://schemas.openxmlformats.org/officeDocument/2006/relationships/image" Target="../media/image79.jpg"/><Relationship Id="rId5" Type="http://schemas.openxmlformats.org/officeDocument/2006/relationships/image" Target="../media/image76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0.jpg"/><Relationship Id="rId3" Type="http://schemas.openxmlformats.org/officeDocument/2006/relationships/image" Target="../media/image81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329551" y="4280884"/>
            <a:ext cx="7628890" cy="154876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000" spc="-140"/>
              <a:t>COMUNIAPP</a:t>
            </a:r>
            <a:endParaRPr sz="10000"/>
          </a:p>
        </p:txBody>
      </p:sp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44306" y="0"/>
            <a:ext cx="4314824" cy="1400174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6760788" y="8567046"/>
            <a:ext cx="4766310" cy="551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450" spc="114">
                <a:solidFill>
                  <a:srgbClr val="FFFFFF"/>
                </a:solidFill>
                <a:latin typeface="Tahoma"/>
                <a:cs typeface="Tahoma"/>
              </a:rPr>
              <a:t>Presentación</a:t>
            </a:r>
            <a:r>
              <a:rPr dirty="0" sz="3450" spc="-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450" spc="155">
                <a:solidFill>
                  <a:srgbClr val="FFFFFF"/>
                </a:solidFill>
                <a:latin typeface="Tahoma"/>
                <a:cs typeface="Tahoma"/>
              </a:rPr>
              <a:t>Capstone</a:t>
            </a:r>
            <a:endParaRPr sz="3450">
              <a:latin typeface="Tahoma"/>
              <a:cs typeface="Tahoma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5852199" y="3937895"/>
            <a:ext cx="6583680" cy="436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700" spc="125" b="1">
                <a:solidFill>
                  <a:srgbClr val="FFFFFF"/>
                </a:solidFill>
                <a:latin typeface="Arial"/>
                <a:cs typeface="Arial"/>
              </a:rPr>
              <a:t>Sistema</a:t>
            </a:r>
            <a:r>
              <a:rPr dirty="0" sz="2700" spc="1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16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700" spc="1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105" b="1">
                <a:solidFill>
                  <a:srgbClr val="FFFFFF"/>
                </a:solidFill>
                <a:latin typeface="Arial"/>
                <a:cs typeface="Arial"/>
              </a:rPr>
              <a:t>gestión</a:t>
            </a:r>
            <a:r>
              <a:rPr dirty="0" sz="2700" spc="1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16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700" spc="1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700" spc="145" b="1">
                <a:solidFill>
                  <a:srgbClr val="FFFFFF"/>
                </a:solidFill>
                <a:latin typeface="Arial"/>
                <a:cs typeface="Arial"/>
              </a:rPr>
              <a:t>comunidades</a:t>
            </a:r>
            <a:endParaRPr sz="27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053366" y="249570"/>
              <a:ext cx="4314824" cy="1400174"/>
            </a:xfrm>
            <a:prstGeom prst="rect">
              <a:avLst/>
            </a:prstGeom>
          </p:spPr>
        </p:pic>
      </p:grpSp>
      <p:sp>
        <p:nvSpPr>
          <p:cNvPr id="5" name="object 5" descr=""/>
          <p:cNvSpPr txBox="1"/>
          <p:nvPr/>
        </p:nvSpPr>
        <p:spPr>
          <a:xfrm>
            <a:off x="1440629" y="3895226"/>
            <a:ext cx="3959860" cy="1686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53975">
              <a:lnSpc>
                <a:spcPct val="100000"/>
              </a:lnSpc>
              <a:spcBef>
                <a:spcPts val="100"/>
              </a:spcBef>
            </a:pPr>
            <a:r>
              <a:rPr dirty="0" sz="3500" spc="100" b="1">
                <a:solidFill>
                  <a:srgbClr val="FFFFFF"/>
                </a:solidFill>
                <a:latin typeface="Arial"/>
                <a:cs typeface="Arial"/>
              </a:rPr>
              <a:t>José</a:t>
            </a:r>
            <a:r>
              <a:rPr dirty="0" sz="3500" spc="2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500" spc="120" b="1">
                <a:solidFill>
                  <a:srgbClr val="FFFFFF"/>
                </a:solidFill>
                <a:latin typeface="Arial"/>
                <a:cs typeface="Arial"/>
              </a:rPr>
              <a:t>Muñoz</a:t>
            </a:r>
            <a:endParaRPr sz="3500">
              <a:latin typeface="Arial"/>
              <a:cs typeface="Arial"/>
            </a:endParaRPr>
          </a:p>
          <a:p>
            <a:pPr algn="ctr" marL="12700" marR="5080">
              <a:lnSpc>
                <a:spcPts val="2930"/>
              </a:lnSpc>
              <a:spcBef>
                <a:spcPts val="3110"/>
              </a:spcBef>
            </a:pPr>
            <a:r>
              <a:rPr dirty="0" sz="2500" b="1">
                <a:solidFill>
                  <a:srgbClr val="FFFFFF"/>
                </a:solidFill>
                <a:latin typeface="Arial"/>
                <a:cs typeface="Arial"/>
              </a:rPr>
              <a:t>DESARROLLADOR</a:t>
            </a:r>
            <a:r>
              <a:rPr dirty="0" sz="25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35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5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-25" b="1">
                <a:solidFill>
                  <a:srgbClr val="FFFFFF"/>
                </a:solidFill>
                <a:latin typeface="Arial"/>
                <a:cs typeface="Arial"/>
              </a:rPr>
              <a:t>DBA </a:t>
            </a:r>
            <a:r>
              <a:rPr dirty="0" sz="2500" b="1">
                <a:solidFill>
                  <a:srgbClr val="FFFFFF"/>
                </a:solidFill>
                <a:latin typeface="Arial"/>
                <a:cs typeface="Arial"/>
              </a:rPr>
              <a:t>LIDER</a:t>
            </a:r>
            <a:r>
              <a:rPr dirty="0" sz="250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55" b="1">
                <a:solidFill>
                  <a:srgbClr val="FFFFFF"/>
                </a:solidFill>
                <a:latin typeface="Arial"/>
                <a:cs typeface="Arial"/>
              </a:rPr>
              <a:t>TÉCNICO</a:t>
            </a:r>
            <a:endParaRPr sz="25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1934517" y="5991849"/>
            <a:ext cx="289623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30">
                <a:solidFill>
                  <a:srgbClr val="FFFFFF"/>
                </a:solidFill>
                <a:latin typeface="Tahoma"/>
                <a:cs typeface="Tahoma"/>
                <a:hlinkClick r:id="rId4"/>
              </a:rPr>
              <a:t>josi.munoz@duocuc.cl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7785996" y="6139486"/>
            <a:ext cx="279209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25">
                <a:solidFill>
                  <a:srgbClr val="FFFFFF"/>
                </a:solidFill>
                <a:latin typeface="Tahoma"/>
                <a:cs typeface="Tahoma"/>
                <a:hlinkClick r:id="rId5"/>
              </a:rPr>
              <a:t>luka.meza@duocuc.cl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8" name="object 8" descr=""/>
          <p:cNvSpPr txBox="1"/>
          <p:nvPr/>
        </p:nvSpPr>
        <p:spPr>
          <a:xfrm>
            <a:off x="13244864" y="3895226"/>
            <a:ext cx="3472815" cy="2574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500" spc="135" b="1">
                <a:solidFill>
                  <a:srgbClr val="FFFFFF"/>
                </a:solidFill>
                <a:latin typeface="Arial"/>
                <a:cs typeface="Arial"/>
              </a:rPr>
              <a:t>Juvenal</a:t>
            </a:r>
            <a:r>
              <a:rPr dirty="0" sz="3500" spc="2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500" spc="120" b="1">
                <a:solidFill>
                  <a:srgbClr val="FFFFFF"/>
                </a:solidFill>
                <a:latin typeface="Arial"/>
                <a:cs typeface="Arial"/>
              </a:rPr>
              <a:t>Muñoz</a:t>
            </a:r>
            <a:endParaRPr sz="3500">
              <a:latin typeface="Arial"/>
              <a:cs typeface="Arial"/>
            </a:endParaRPr>
          </a:p>
          <a:p>
            <a:pPr algn="ctr" marL="81280" marR="74295">
              <a:lnSpc>
                <a:spcPts val="2920"/>
              </a:lnSpc>
              <a:spcBef>
                <a:spcPts val="3115"/>
              </a:spcBef>
            </a:pPr>
            <a:r>
              <a:rPr dirty="0" sz="2500" b="1">
                <a:solidFill>
                  <a:srgbClr val="FFFFFF"/>
                </a:solidFill>
                <a:latin typeface="Arial"/>
                <a:cs typeface="Arial"/>
              </a:rPr>
              <a:t>ENCARGADO</a:t>
            </a:r>
            <a:r>
              <a:rPr dirty="0" sz="2500" spc="5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-25" b="1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2500" spc="85" b="1">
                <a:solidFill>
                  <a:srgbClr val="FFFFFF"/>
                </a:solidFill>
                <a:latin typeface="Arial"/>
                <a:cs typeface="Arial"/>
              </a:rPr>
              <a:t>DOCUMENTACIÓN</a:t>
            </a:r>
            <a:r>
              <a:rPr dirty="0" sz="2500" spc="1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-100" b="1">
                <a:solidFill>
                  <a:srgbClr val="FFFFFF"/>
                </a:solidFill>
                <a:latin typeface="Arial"/>
                <a:cs typeface="Arial"/>
              </a:rPr>
              <a:t>E </a:t>
            </a:r>
            <a:r>
              <a:rPr dirty="0" sz="2500" spc="50" b="1">
                <a:solidFill>
                  <a:srgbClr val="FFFFFF"/>
                </a:solidFill>
                <a:latin typeface="Arial"/>
                <a:cs typeface="Arial"/>
              </a:rPr>
              <a:t>IMPLEMENTACIÓN</a:t>
            </a:r>
            <a:endParaRPr sz="2500">
              <a:latin typeface="Arial"/>
              <a:cs typeface="Arial"/>
            </a:endParaRPr>
          </a:p>
          <a:p>
            <a:pPr marL="261620">
              <a:lnSpc>
                <a:spcPct val="100000"/>
              </a:lnSpc>
              <a:spcBef>
                <a:spcPts val="1595"/>
              </a:spcBef>
            </a:pPr>
            <a:r>
              <a:rPr dirty="0" sz="2000" spc="125">
                <a:solidFill>
                  <a:srgbClr val="FFFFFF"/>
                </a:solidFill>
                <a:latin typeface="Tahoma"/>
                <a:cs typeface="Tahoma"/>
                <a:hlinkClick r:id="rId6"/>
              </a:rPr>
              <a:t>juv.munoz@duocuc.cl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7020192" y="3895226"/>
            <a:ext cx="4680585" cy="1686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3500" spc="80" b="1">
                <a:solidFill>
                  <a:srgbClr val="FFFFFF"/>
                </a:solidFill>
                <a:latin typeface="Arial"/>
                <a:cs typeface="Arial"/>
              </a:rPr>
              <a:t>Lukas</a:t>
            </a:r>
            <a:r>
              <a:rPr dirty="0" sz="3500" spc="2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500" spc="175" b="1">
                <a:solidFill>
                  <a:srgbClr val="FFFFFF"/>
                </a:solidFill>
                <a:latin typeface="Arial"/>
                <a:cs typeface="Arial"/>
              </a:rPr>
              <a:t>Meza</a:t>
            </a:r>
            <a:endParaRPr sz="3500">
              <a:latin typeface="Arial"/>
              <a:cs typeface="Arial"/>
            </a:endParaRPr>
          </a:p>
          <a:p>
            <a:pPr algn="ctr" marL="12065" marR="5080">
              <a:lnSpc>
                <a:spcPts val="2930"/>
              </a:lnSpc>
              <a:spcBef>
                <a:spcPts val="3110"/>
              </a:spcBef>
            </a:pPr>
            <a:r>
              <a:rPr dirty="0" sz="2500" b="1">
                <a:solidFill>
                  <a:srgbClr val="FFFFFF"/>
                </a:solidFill>
                <a:latin typeface="Arial"/>
                <a:cs typeface="Arial"/>
              </a:rPr>
              <a:t>DESARROLLADOR</a:t>
            </a:r>
            <a:r>
              <a:rPr dirty="0" sz="25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35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500" spc="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-10" b="1">
                <a:solidFill>
                  <a:srgbClr val="FFFFFF"/>
                </a:solidFill>
                <a:latin typeface="Arial"/>
                <a:cs typeface="Arial"/>
              </a:rPr>
              <a:t>TESTING </a:t>
            </a:r>
            <a:r>
              <a:rPr dirty="0" sz="2500" b="1">
                <a:solidFill>
                  <a:srgbClr val="FFFFFF"/>
                </a:solidFill>
                <a:latin typeface="Arial"/>
                <a:cs typeface="Arial"/>
              </a:rPr>
              <a:t>ANALISTA</a:t>
            </a:r>
            <a:r>
              <a:rPr dirty="0" sz="2500" spc="3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00" spc="-25" b="1">
                <a:solidFill>
                  <a:srgbClr val="FFFFFF"/>
                </a:solidFill>
                <a:latin typeface="Arial"/>
                <a:cs typeface="Arial"/>
              </a:rPr>
              <a:t>QA</a:t>
            </a:r>
            <a:endParaRPr sz="25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6388381" y="1736190"/>
            <a:ext cx="5587365" cy="10160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0" spc="-300"/>
              <a:t>INTEGRANTES</a:t>
            </a:r>
            <a:endParaRPr sz="6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52806" y="586914"/>
            <a:ext cx="9168130" cy="18161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100"/>
              </a:spcBef>
            </a:pPr>
            <a:r>
              <a:rPr dirty="0" sz="5050" spc="-75"/>
              <a:t>CONTEXTO</a:t>
            </a:r>
            <a:r>
              <a:rPr dirty="0" sz="5050" spc="-200"/>
              <a:t> </a:t>
            </a:r>
            <a:r>
              <a:rPr dirty="0" sz="5050" spc="-210"/>
              <a:t>Y</a:t>
            </a:r>
            <a:r>
              <a:rPr dirty="0" sz="5050" spc="-200"/>
              <a:t> </a:t>
            </a:r>
            <a:r>
              <a:rPr dirty="0" sz="5050" spc="-190"/>
              <a:t>NECESIDAD</a:t>
            </a:r>
            <a:r>
              <a:rPr dirty="0" sz="5050" spc="-195"/>
              <a:t> </a:t>
            </a:r>
            <a:r>
              <a:rPr dirty="0" sz="5050" spc="-315"/>
              <a:t>DEL </a:t>
            </a:r>
            <a:r>
              <a:rPr dirty="0" sz="5050" spc="-55"/>
              <a:t>PROYECTO</a:t>
            </a:r>
            <a:endParaRPr sz="5050"/>
          </a:p>
        </p:txBody>
      </p:sp>
      <p:grpSp>
        <p:nvGrpSpPr>
          <p:cNvPr id="4" name="object 4" descr=""/>
          <p:cNvGrpSpPr/>
          <p:nvPr/>
        </p:nvGrpSpPr>
        <p:grpSpPr>
          <a:xfrm>
            <a:off x="700036" y="0"/>
            <a:ext cx="16559530" cy="7802245"/>
            <a:chOff x="700036" y="0"/>
            <a:chExt cx="16559530" cy="7802245"/>
          </a:xfrm>
        </p:grpSpPr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44306" y="0"/>
              <a:ext cx="4314824" cy="1400174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0036" y="3496173"/>
              <a:ext cx="123825" cy="123824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0036" y="4891554"/>
              <a:ext cx="123825" cy="1238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0036" y="6286936"/>
              <a:ext cx="123825" cy="12382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0036" y="7678324"/>
              <a:ext cx="123825" cy="123824"/>
            </a:xfrm>
            <a:prstGeom prst="rect">
              <a:avLst/>
            </a:prstGeom>
          </p:spPr>
        </p:pic>
      </p:grpSp>
      <p:sp>
        <p:nvSpPr>
          <p:cNvPr id="10" name="object 10" descr=""/>
          <p:cNvSpPr txBox="1"/>
          <p:nvPr/>
        </p:nvSpPr>
        <p:spPr>
          <a:xfrm>
            <a:off x="4056846" y="3285925"/>
            <a:ext cx="361315" cy="4800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950" spc="55" b="1">
                <a:solidFill>
                  <a:srgbClr val="FFFFFF"/>
                </a:solidFill>
                <a:latin typeface="Arial"/>
                <a:cs typeface="Arial"/>
              </a:rPr>
              <a:t>la</a:t>
            </a:r>
            <a:endParaRPr sz="2950">
              <a:latin typeface="Arial"/>
              <a:cs typeface="Arial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5459059" y="3285925"/>
            <a:ext cx="1485900" cy="4800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950" spc="120" b="1">
                <a:solidFill>
                  <a:srgbClr val="FFFFFF"/>
                </a:solidFill>
                <a:latin typeface="Arial"/>
                <a:cs typeface="Arial"/>
              </a:rPr>
              <a:t>gestión</a:t>
            </a:r>
            <a:endParaRPr sz="2950">
              <a:latin typeface="Arial"/>
              <a:cs typeface="Arial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986100" y="3285925"/>
            <a:ext cx="517525" cy="4800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950" spc="17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endParaRPr sz="2950">
              <a:latin typeface="Arial"/>
              <a:cs typeface="Arial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987820" y="3178178"/>
            <a:ext cx="2724150" cy="1149350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75"/>
              </a:spcBef>
            </a:pPr>
            <a:r>
              <a:rPr dirty="0" sz="2950" spc="130" b="1">
                <a:solidFill>
                  <a:srgbClr val="FFFFFF"/>
                </a:solidFill>
                <a:latin typeface="Arial"/>
                <a:cs typeface="Arial"/>
              </a:rPr>
              <a:t>Digitalizar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85"/>
              </a:spcBef>
            </a:pPr>
            <a:r>
              <a:rPr dirty="0" sz="2950" spc="180" b="1">
                <a:solidFill>
                  <a:srgbClr val="FFFFFF"/>
                </a:solidFill>
                <a:latin typeface="Arial"/>
                <a:cs typeface="Arial"/>
              </a:rPr>
              <a:t>comunidades</a:t>
            </a:r>
            <a:endParaRPr sz="29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987820" y="4573559"/>
            <a:ext cx="7450455" cy="393636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22860" marR="5080" indent="-10795">
              <a:lnSpc>
                <a:spcPct val="125000"/>
              </a:lnSpc>
              <a:spcBef>
                <a:spcPts val="90"/>
              </a:spcBef>
            </a:pPr>
            <a:r>
              <a:rPr dirty="0" sz="2950" spc="175" b="1">
                <a:solidFill>
                  <a:srgbClr val="FFFFFF"/>
                </a:solidFill>
                <a:latin typeface="Arial"/>
                <a:cs typeface="Arial"/>
              </a:rPr>
              <a:t>Centralizar</a:t>
            </a:r>
            <a:r>
              <a:rPr dirty="0" sz="2950" spc="20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13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950" spc="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210" b="1">
                <a:solidFill>
                  <a:srgbClr val="FFFFFF"/>
                </a:solidFill>
                <a:latin typeface="Arial"/>
                <a:cs typeface="Arial"/>
              </a:rPr>
              <a:t>transparentar</a:t>
            </a:r>
            <a:r>
              <a:rPr dirty="0" sz="2950" spc="20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145" b="1">
                <a:solidFill>
                  <a:srgbClr val="FFFFFF"/>
                </a:solidFill>
                <a:latin typeface="Arial"/>
                <a:cs typeface="Arial"/>
              </a:rPr>
              <a:t>procesos </a:t>
            </a:r>
            <a:r>
              <a:rPr dirty="0" sz="2950" spc="155" b="1">
                <a:solidFill>
                  <a:srgbClr val="FFFFFF"/>
                </a:solidFill>
                <a:latin typeface="Arial"/>
                <a:cs typeface="Arial"/>
              </a:rPr>
              <a:t>financieros</a:t>
            </a:r>
            <a:r>
              <a:rPr dirty="0" sz="2950" spc="1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20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950" spc="20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75" b="1">
                <a:solidFill>
                  <a:srgbClr val="FFFFFF"/>
                </a:solidFill>
                <a:latin typeface="Arial"/>
                <a:cs typeface="Arial"/>
              </a:rPr>
              <a:t>las</a:t>
            </a:r>
            <a:r>
              <a:rPr dirty="0" sz="2950" spc="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180" b="1">
                <a:solidFill>
                  <a:srgbClr val="FFFFFF"/>
                </a:solidFill>
                <a:latin typeface="Arial"/>
                <a:cs typeface="Arial"/>
              </a:rPr>
              <a:t>comunidades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25"/>
              </a:spcBef>
            </a:pPr>
            <a:r>
              <a:rPr dirty="0" sz="2950" spc="95" b="1">
                <a:solidFill>
                  <a:srgbClr val="FFFFFF"/>
                </a:solidFill>
                <a:latin typeface="Arial"/>
                <a:cs typeface="Arial"/>
              </a:rPr>
              <a:t>Agilizar</a:t>
            </a:r>
            <a:r>
              <a:rPr dirty="0" sz="2950" spc="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50" b="1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dirty="0" sz="2950" spc="1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145" b="1">
                <a:solidFill>
                  <a:srgbClr val="FFFFFF"/>
                </a:solidFill>
                <a:latin typeface="Arial"/>
                <a:cs typeface="Arial"/>
              </a:rPr>
              <a:t>procesos</a:t>
            </a:r>
            <a:endParaRPr sz="2950">
              <a:latin typeface="Arial"/>
              <a:cs typeface="Arial"/>
            </a:endParaRPr>
          </a:p>
          <a:p>
            <a:pPr marL="22860">
              <a:lnSpc>
                <a:spcPct val="100000"/>
              </a:lnSpc>
              <a:spcBef>
                <a:spcPts val="885"/>
              </a:spcBef>
            </a:pPr>
            <a:r>
              <a:rPr dirty="0" sz="2950" spc="20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950" spc="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180" b="1">
                <a:solidFill>
                  <a:srgbClr val="FFFFFF"/>
                </a:solidFill>
                <a:latin typeface="Arial"/>
                <a:cs typeface="Arial"/>
              </a:rPr>
              <a:t>administración</a:t>
            </a:r>
            <a:r>
              <a:rPr dirty="0" sz="2950" spc="2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13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950" spc="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170" b="1">
                <a:solidFill>
                  <a:srgbClr val="FFFFFF"/>
                </a:solidFill>
                <a:latin typeface="Arial"/>
                <a:cs typeface="Arial"/>
              </a:rPr>
              <a:t>comunicación</a:t>
            </a:r>
            <a:endParaRPr sz="29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990"/>
              </a:spcBef>
            </a:pPr>
            <a:r>
              <a:rPr dirty="0" sz="2950" spc="200" b="1">
                <a:solidFill>
                  <a:srgbClr val="FFFFFF"/>
                </a:solidFill>
                <a:latin typeface="Arial"/>
                <a:cs typeface="Arial"/>
              </a:rPr>
              <a:t>Aumentar</a:t>
            </a:r>
            <a:r>
              <a:rPr dirty="0" sz="2950" spc="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80" b="1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2950" spc="190" b="1">
                <a:solidFill>
                  <a:srgbClr val="FFFFFF"/>
                </a:solidFill>
                <a:latin typeface="Arial"/>
                <a:cs typeface="Arial"/>
              </a:rPr>
              <a:t> participación</a:t>
            </a:r>
            <a:endParaRPr sz="2950">
              <a:latin typeface="Arial"/>
              <a:cs typeface="Arial"/>
            </a:endParaRPr>
          </a:p>
          <a:p>
            <a:pPr marL="22860">
              <a:lnSpc>
                <a:spcPct val="100000"/>
              </a:lnSpc>
              <a:spcBef>
                <a:spcPts val="885"/>
              </a:spcBef>
            </a:pPr>
            <a:r>
              <a:rPr dirty="0" sz="2950" spc="20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950" spc="1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50" b="1">
                <a:solidFill>
                  <a:srgbClr val="FFFFFF"/>
                </a:solidFill>
                <a:latin typeface="Arial"/>
                <a:cs typeface="Arial"/>
              </a:rPr>
              <a:t>los</a:t>
            </a:r>
            <a:r>
              <a:rPr dirty="0" sz="2950" spc="1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185" b="1">
                <a:solidFill>
                  <a:srgbClr val="FFFFFF"/>
                </a:solidFill>
                <a:latin typeface="Arial"/>
                <a:cs typeface="Arial"/>
              </a:rPr>
              <a:t>residentes</a:t>
            </a:r>
            <a:r>
              <a:rPr dirty="0" sz="2950" spc="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135" b="1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dirty="0" sz="2950" spc="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80" b="1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2950" spc="1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185" b="1">
                <a:solidFill>
                  <a:srgbClr val="FFFFFF"/>
                </a:solidFill>
                <a:latin typeface="Arial"/>
                <a:cs typeface="Arial"/>
              </a:rPr>
              <a:t>comunidad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8" cy="10286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6547" y="0"/>
              <a:ext cx="7761452" cy="10286999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6000" y="1114665"/>
            <a:ext cx="4660265" cy="179705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300"/>
              </a:lnSpc>
              <a:spcBef>
                <a:spcPts val="95"/>
              </a:spcBef>
            </a:pPr>
            <a:r>
              <a:rPr dirty="0" sz="5000" spc="-280"/>
              <a:t>PROPUESTA</a:t>
            </a:r>
            <a:r>
              <a:rPr dirty="0" sz="5000" spc="-180"/>
              <a:t> </a:t>
            </a:r>
            <a:r>
              <a:rPr dirty="0" sz="5000" spc="-300"/>
              <a:t>DE </a:t>
            </a:r>
            <a:r>
              <a:rPr dirty="0" sz="5000" spc="-10"/>
              <a:t>SOLUCIÓN</a:t>
            </a:r>
            <a:endParaRPr sz="5000"/>
          </a:p>
        </p:txBody>
      </p:sp>
      <p:grpSp>
        <p:nvGrpSpPr>
          <p:cNvPr id="6" name="object 6" descr=""/>
          <p:cNvGrpSpPr/>
          <p:nvPr/>
        </p:nvGrpSpPr>
        <p:grpSpPr>
          <a:xfrm>
            <a:off x="1334146" y="0"/>
            <a:ext cx="15925165" cy="7380605"/>
            <a:chOff x="1334146" y="0"/>
            <a:chExt cx="15925165" cy="7380605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44306" y="0"/>
              <a:ext cx="4314824" cy="140017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34146" y="5913022"/>
              <a:ext cx="123825" cy="12382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1599" y="7256784"/>
              <a:ext cx="123825" cy="1238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1599" y="3791572"/>
              <a:ext cx="123825" cy="12382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1599" y="4569259"/>
              <a:ext cx="123825" cy="123824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621930" y="5595026"/>
            <a:ext cx="7553325" cy="2493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43180">
              <a:lnSpc>
                <a:spcPct val="125000"/>
              </a:lnSpc>
              <a:spcBef>
                <a:spcPts val="90"/>
              </a:spcBef>
            </a:pPr>
            <a:r>
              <a:rPr dirty="0" sz="2950" spc="275">
                <a:solidFill>
                  <a:srgbClr val="FFFFFF"/>
                </a:solidFill>
                <a:latin typeface="Tahoma"/>
                <a:cs typeface="Tahoma"/>
              </a:rPr>
              <a:t>Chatbot</a:t>
            </a:r>
            <a:r>
              <a:rPr dirty="0" sz="2950" spc="3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50" spc="165">
                <a:solidFill>
                  <a:srgbClr val="FFFFFF"/>
                </a:solidFill>
                <a:latin typeface="Tahoma"/>
                <a:cs typeface="Tahoma"/>
              </a:rPr>
              <a:t>en</a:t>
            </a:r>
            <a:r>
              <a:rPr dirty="0" sz="2950" spc="3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50" spc="270">
                <a:solidFill>
                  <a:srgbClr val="FFFFFF"/>
                </a:solidFill>
                <a:latin typeface="Tahoma"/>
                <a:cs typeface="Tahoma"/>
              </a:rPr>
              <a:t>tiempo</a:t>
            </a:r>
            <a:r>
              <a:rPr dirty="0" sz="2950" spc="3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50" spc="140">
                <a:solidFill>
                  <a:srgbClr val="FFFFFF"/>
                </a:solidFill>
                <a:latin typeface="Tahoma"/>
                <a:cs typeface="Tahoma"/>
              </a:rPr>
              <a:t>real</a:t>
            </a:r>
            <a:r>
              <a:rPr dirty="0" sz="2950" spc="3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50" spc="200">
                <a:solidFill>
                  <a:srgbClr val="FFFFFF"/>
                </a:solidFill>
                <a:latin typeface="Tahoma"/>
                <a:cs typeface="Tahoma"/>
              </a:rPr>
              <a:t>para</a:t>
            </a:r>
            <a:r>
              <a:rPr dirty="0" sz="2950" spc="3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50" spc="240">
                <a:solidFill>
                  <a:srgbClr val="FFFFFF"/>
                </a:solidFill>
                <a:latin typeface="Tahoma"/>
                <a:cs typeface="Tahoma"/>
              </a:rPr>
              <a:t>consultas </a:t>
            </a:r>
            <a:r>
              <a:rPr dirty="0" sz="2950" spc="175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2950" spc="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50" spc="200">
                <a:solidFill>
                  <a:srgbClr val="FFFFFF"/>
                </a:solidFill>
                <a:latin typeface="Tahoma"/>
                <a:cs typeface="Tahoma"/>
              </a:rPr>
              <a:t>dar</a:t>
            </a:r>
            <a:r>
              <a:rPr dirty="0" sz="2950" spc="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50" spc="195">
                <a:solidFill>
                  <a:srgbClr val="FFFFFF"/>
                </a:solidFill>
                <a:latin typeface="Tahoma"/>
                <a:cs typeface="Tahoma"/>
              </a:rPr>
              <a:t>facil</a:t>
            </a:r>
            <a:r>
              <a:rPr dirty="0" sz="2950" spc="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50" spc="315">
                <a:solidFill>
                  <a:srgbClr val="FFFFFF"/>
                </a:solidFill>
                <a:latin typeface="Tahoma"/>
                <a:cs typeface="Tahoma"/>
              </a:rPr>
              <a:t>acceso</a:t>
            </a:r>
            <a:r>
              <a:rPr dirty="0" sz="2950" spc="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50" spc="6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2950" spc="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50" spc="95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dirty="0" sz="2950" spc="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50" spc="215">
                <a:solidFill>
                  <a:srgbClr val="FFFFFF"/>
                </a:solidFill>
                <a:latin typeface="Tahoma"/>
                <a:cs typeface="Tahoma"/>
              </a:rPr>
              <a:t>información</a:t>
            </a:r>
            <a:endParaRPr sz="2950">
              <a:latin typeface="Tahoma"/>
              <a:cs typeface="Tahoma"/>
            </a:endParaRPr>
          </a:p>
          <a:p>
            <a:pPr marL="49530" marR="5080">
              <a:lnSpc>
                <a:spcPct val="125000"/>
              </a:lnSpc>
              <a:spcBef>
                <a:spcPts val="1735"/>
              </a:spcBef>
              <a:tabLst>
                <a:tab pos="2588895" algn="l"/>
                <a:tab pos="3676015" algn="l"/>
                <a:tab pos="5750560" algn="l"/>
                <a:tab pos="6615430" algn="l"/>
              </a:tabLst>
            </a:pPr>
            <a:r>
              <a:rPr dirty="0" sz="2950" spc="170">
                <a:solidFill>
                  <a:srgbClr val="FFFFFF"/>
                </a:solidFill>
                <a:latin typeface="Tahoma"/>
                <a:cs typeface="Tahoma"/>
              </a:rPr>
              <a:t>Integración</a:t>
            </a:r>
            <a:r>
              <a:rPr dirty="0" sz="295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950" spc="250">
                <a:solidFill>
                  <a:srgbClr val="FFFFFF"/>
                </a:solidFill>
                <a:latin typeface="Tahoma"/>
                <a:cs typeface="Tahoma"/>
              </a:rPr>
              <a:t>con</a:t>
            </a:r>
            <a:r>
              <a:rPr dirty="0" sz="295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950" spc="235">
                <a:solidFill>
                  <a:srgbClr val="FFFFFF"/>
                </a:solidFill>
                <a:latin typeface="Tahoma"/>
                <a:cs typeface="Tahoma"/>
              </a:rPr>
              <a:t>sistemas</a:t>
            </a:r>
            <a:r>
              <a:rPr dirty="0" sz="295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950" spc="235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95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950" spc="190">
                <a:solidFill>
                  <a:srgbClr val="FFFFFF"/>
                </a:solidFill>
                <a:latin typeface="Tahoma"/>
                <a:cs typeface="Tahoma"/>
              </a:rPr>
              <a:t>pago </a:t>
            </a:r>
            <a:r>
              <a:rPr dirty="0" sz="2950" spc="254">
                <a:solidFill>
                  <a:srgbClr val="FFFFFF"/>
                </a:solidFill>
                <a:latin typeface="Tahoma"/>
                <a:cs typeface="Tahoma"/>
              </a:rPr>
              <a:t>modernos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391592" y="4359010"/>
            <a:ext cx="1783714" cy="480059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950" spc="280">
                <a:solidFill>
                  <a:srgbClr val="FFFFFF"/>
                </a:solidFill>
                <a:latin typeface="Tahoma"/>
                <a:cs typeface="Tahoma"/>
              </a:rPr>
              <a:t>procesos</a:t>
            </a:r>
            <a:endParaRPr sz="2950">
              <a:latin typeface="Tahoma"/>
              <a:cs typeface="Tahom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659383" y="3581324"/>
            <a:ext cx="5098415" cy="181991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950" spc="245">
                <a:solidFill>
                  <a:srgbClr val="FFFFFF"/>
                </a:solidFill>
                <a:latin typeface="Tahoma"/>
                <a:cs typeface="Tahoma"/>
              </a:rPr>
              <a:t>Aplicativo</a:t>
            </a:r>
            <a:r>
              <a:rPr dirty="0" sz="2950" spc="1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950" spc="204">
                <a:solidFill>
                  <a:srgbClr val="FFFFFF"/>
                </a:solidFill>
                <a:latin typeface="Tahoma"/>
                <a:cs typeface="Tahoma"/>
              </a:rPr>
              <a:t>multiplataforma</a:t>
            </a:r>
            <a:endParaRPr sz="2950">
              <a:latin typeface="Tahoma"/>
              <a:cs typeface="Tahoma"/>
            </a:endParaRPr>
          </a:p>
          <a:p>
            <a:pPr marL="12700" marR="488950">
              <a:lnSpc>
                <a:spcPct val="125000"/>
              </a:lnSpc>
              <a:spcBef>
                <a:spcPts val="1700"/>
              </a:spcBef>
              <a:tabLst>
                <a:tab pos="4128770" algn="l"/>
              </a:tabLst>
            </a:pPr>
            <a:r>
              <a:rPr dirty="0" sz="2950" spc="229">
                <a:solidFill>
                  <a:srgbClr val="FFFFFF"/>
                </a:solidFill>
                <a:latin typeface="Tahoma"/>
                <a:cs typeface="Tahoma"/>
              </a:rPr>
              <a:t>Automatización</a:t>
            </a:r>
            <a:r>
              <a:rPr dirty="0" sz="2950">
                <a:solidFill>
                  <a:srgbClr val="FFFFFF"/>
                </a:solidFill>
                <a:latin typeface="Tahoma"/>
                <a:cs typeface="Tahoma"/>
              </a:rPr>
              <a:t>	</a:t>
            </a:r>
            <a:r>
              <a:rPr dirty="0" sz="2950" spc="235">
                <a:solidFill>
                  <a:srgbClr val="FFFFFF"/>
                </a:solidFill>
                <a:latin typeface="Tahoma"/>
                <a:cs typeface="Tahoma"/>
              </a:rPr>
              <a:t>de </a:t>
            </a:r>
            <a:r>
              <a:rPr dirty="0" sz="2950" spc="225">
                <a:solidFill>
                  <a:srgbClr val="FFFFFF"/>
                </a:solidFill>
                <a:latin typeface="Tahoma"/>
                <a:cs typeface="Tahoma"/>
              </a:rPr>
              <a:t>repetitivos</a:t>
            </a:r>
            <a:endParaRPr sz="29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10928184" y="0"/>
            <a:ext cx="7360284" cy="10287000"/>
            <a:chOff x="10928184" y="0"/>
            <a:chExt cx="7360284" cy="102870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78702" y="8361409"/>
              <a:ext cx="2709298" cy="1790700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28184" y="0"/>
              <a:ext cx="7359815" cy="1028699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44306" y="0"/>
              <a:ext cx="4314824" cy="1400174"/>
            </a:xfrm>
            <a:prstGeom prst="rect">
              <a:avLst/>
            </a:prstGeom>
          </p:spPr>
        </p:pic>
      </p:grpSp>
      <p:pic>
        <p:nvPicPr>
          <p:cNvPr id="7" name="object 7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7426" y="2424713"/>
            <a:ext cx="133350" cy="13334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373251" y="1254361"/>
            <a:ext cx="6146165" cy="7874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0" spc="-140"/>
              <a:t>OBJETIVO</a:t>
            </a:r>
            <a:r>
              <a:rPr dirty="0" sz="5000" spc="-175"/>
              <a:t> </a:t>
            </a:r>
            <a:r>
              <a:rPr dirty="0" sz="5000" spc="-290"/>
              <a:t>GENERAL</a:t>
            </a:r>
            <a:endParaRPr sz="5000"/>
          </a:p>
        </p:txBody>
      </p:sp>
      <p:pic>
        <p:nvPicPr>
          <p:cNvPr id="9" name="object 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92192" y="6592892"/>
            <a:ext cx="133350" cy="13334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2192" y="7164392"/>
            <a:ext cx="133350" cy="13334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2192" y="7735892"/>
            <a:ext cx="133350" cy="133349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92192" y="8307392"/>
            <a:ext cx="133350" cy="13334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373251" y="2123329"/>
            <a:ext cx="10708005" cy="7051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716280" marR="1242695">
              <a:lnSpc>
                <a:spcPct val="115399"/>
              </a:lnSpc>
              <a:spcBef>
                <a:spcPts val="95"/>
              </a:spcBef>
            </a:pPr>
            <a:r>
              <a:rPr dirty="0" sz="3250" spc="100">
                <a:solidFill>
                  <a:srgbClr val="FFFFFF"/>
                </a:solidFill>
                <a:latin typeface="Tahoma"/>
                <a:cs typeface="Tahoma"/>
              </a:rPr>
              <a:t>Optimizar</a:t>
            </a:r>
            <a:r>
              <a:rPr dirty="0" sz="325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dirty="0" sz="325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>
                <a:solidFill>
                  <a:srgbClr val="FFFFFF"/>
                </a:solidFill>
                <a:latin typeface="Tahoma"/>
                <a:cs typeface="Tahoma"/>
              </a:rPr>
              <a:t>gestión,</a:t>
            </a:r>
            <a:r>
              <a:rPr dirty="0" sz="325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140">
                <a:solidFill>
                  <a:srgbClr val="FFFFFF"/>
                </a:solidFill>
                <a:latin typeface="Tahoma"/>
                <a:cs typeface="Tahoma"/>
              </a:rPr>
              <a:t>comunicación</a:t>
            </a:r>
            <a:r>
              <a:rPr dirty="0" sz="325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140">
                <a:solidFill>
                  <a:srgbClr val="FFFFFF"/>
                </a:solidFill>
                <a:latin typeface="Tahoma"/>
                <a:cs typeface="Tahoma"/>
              </a:rPr>
              <a:t>y </a:t>
            </a:r>
            <a:r>
              <a:rPr dirty="0" sz="3250" spc="95">
                <a:solidFill>
                  <a:srgbClr val="FFFFFF"/>
                </a:solidFill>
                <a:latin typeface="Tahoma"/>
                <a:cs typeface="Tahoma"/>
              </a:rPr>
              <a:t>transparencia</a:t>
            </a:r>
            <a:r>
              <a:rPr dirty="0" sz="325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80">
                <a:solidFill>
                  <a:srgbClr val="FFFFFF"/>
                </a:solidFill>
                <a:latin typeface="Tahoma"/>
                <a:cs typeface="Tahoma"/>
              </a:rPr>
              <a:t>en</a:t>
            </a:r>
            <a:r>
              <a:rPr dirty="0" sz="325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100">
                <a:solidFill>
                  <a:srgbClr val="FFFFFF"/>
                </a:solidFill>
                <a:latin typeface="Tahoma"/>
                <a:cs typeface="Tahoma"/>
              </a:rPr>
              <a:t>los</a:t>
            </a:r>
            <a:r>
              <a:rPr dirty="0" sz="325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120">
                <a:solidFill>
                  <a:srgbClr val="FFFFFF"/>
                </a:solidFill>
                <a:latin typeface="Tahoma"/>
                <a:cs typeface="Tahoma"/>
              </a:rPr>
              <a:t>diversos</a:t>
            </a:r>
            <a:r>
              <a:rPr dirty="0" sz="325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165">
                <a:solidFill>
                  <a:srgbClr val="FFFFFF"/>
                </a:solidFill>
                <a:latin typeface="Tahoma"/>
                <a:cs typeface="Tahoma"/>
              </a:rPr>
              <a:t>procesos</a:t>
            </a:r>
            <a:r>
              <a:rPr dirty="0" sz="325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18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3250" spc="-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40">
                <a:solidFill>
                  <a:srgbClr val="FFFFFF"/>
                </a:solidFill>
                <a:latin typeface="Tahoma"/>
                <a:cs typeface="Tahoma"/>
              </a:rPr>
              <a:t>las </a:t>
            </a:r>
            <a:r>
              <a:rPr dirty="0" sz="3250" spc="140">
                <a:solidFill>
                  <a:srgbClr val="FFFFFF"/>
                </a:solidFill>
                <a:latin typeface="Tahoma"/>
                <a:cs typeface="Tahoma"/>
              </a:rPr>
              <a:t>comunidades</a:t>
            </a:r>
            <a:r>
              <a:rPr dirty="0" sz="32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95">
                <a:solidFill>
                  <a:srgbClr val="FFFFFF"/>
                </a:solidFill>
                <a:latin typeface="Tahoma"/>
                <a:cs typeface="Tahoma"/>
              </a:rPr>
              <a:t>residenciales</a:t>
            </a:r>
            <a:endParaRPr sz="3250">
              <a:latin typeface="Tahoma"/>
              <a:cs typeface="Tahoma"/>
            </a:endParaRPr>
          </a:p>
          <a:p>
            <a:pPr marL="12700" marR="6686550">
              <a:lnSpc>
                <a:spcPct val="116300"/>
              </a:lnSpc>
              <a:spcBef>
                <a:spcPts val="3195"/>
              </a:spcBef>
            </a:pPr>
            <a:r>
              <a:rPr dirty="0" sz="5000" spc="-45" b="1">
                <a:solidFill>
                  <a:srgbClr val="FFFFFF"/>
                </a:solidFill>
                <a:latin typeface="Arial"/>
                <a:cs typeface="Arial"/>
              </a:rPr>
              <a:t>OBJETIVOS </a:t>
            </a:r>
            <a:r>
              <a:rPr dirty="0" sz="5000" spc="-204" b="1">
                <a:solidFill>
                  <a:srgbClr val="FFFFFF"/>
                </a:solidFill>
                <a:latin typeface="Arial"/>
                <a:cs typeface="Arial"/>
              </a:rPr>
              <a:t>ESPECIFICOS</a:t>
            </a:r>
            <a:endParaRPr sz="5000">
              <a:latin typeface="Arial"/>
              <a:cs typeface="Arial"/>
            </a:endParaRPr>
          </a:p>
          <a:p>
            <a:pPr marL="951230">
              <a:lnSpc>
                <a:spcPct val="100000"/>
              </a:lnSpc>
              <a:spcBef>
                <a:spcPts val="2775"/>
              </a:spcBef>
            </a:pPr>
            <a:r>
              <a:rPr dirty="0" sz="3250">
                <a:solidFill>
                  <a:srgbClr val="FFFFFF"/>
                </a:solidFill>
                <a:latin typeface="Tahoma"/>
                <a:cs typeface="Tahoma"/>
              </a:rPr>
              <a:t>Digitalizar</a:t>
            </a:r>
            <a:r>
              <a:rPr dirty="0" sz="325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100">
                <a:solidFill>
                  <a:srgbClr val="FFFFFF"/>
                </a:solidFill>
                <a:latin typeface="Tahoma"/>
                <a:cs typeface="Tahoma"/>
              </a:rPr>
              <a:t>los</a:t>
            </a:r>
            <a:r>
              <a:rPr dirty="0" sz="325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165">
                <a:solidFill>
                  <a:srgbClr val="FFFFFF"/>
                </a:solidFill>
                <a:latin typeface="Tahoma"/>
                <a:cs typeface="Tahoma"/>
              </a:rPr>
              <a:t>procesos</a:t>
            </a:r>
            <a:r>
              <a:rPr dirty="0" sz="3250" spc="-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60">
                <a:solidFill>
                  <a:srgbClr val="FFFFFF"/>
                </a:solidFill>
                <a:latin typeface="Tahoma"/>
                <a:cs typeface="Tahoma"/>
              </a:rPr>
              <a:t>comunitarios.</a:t>
            </a:r>
            <a:endParaRPr sz="3250">
              <a:latin typeface="Tahoma"/>
              <a:cs typeface="Tahoma"/>
            </a:endParaRPr>
          </a:p>
          <a:p>
            <a:pPr marL="951230" marR="5080">
              <a:lnSpc>
                <a:spcPct val="115399"/>
              </a:lnSpc>
            </a:pPr>
            <a:r>
              <a:rPr dirty="0" sz="3250" spc="-10">
                <a:solidFill>
                  <a:srgbClr val="FFFFFF"/>
                </a:solidFill>
                <a:latin typeface="Tahoma"/>
                <a:cs typeface="Tahoma"/>
              </a:rPr>
              <a:t>Integrar</a:t>
            </a:r>
            <a:r>
              <a:rPr dirty="0" sz="325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125">
                <a:solidFill>
                  <a:srgbClr val="FFFFFF"/>
                </a:solidFill>
                <a:latin typeface="Tahoma"/>
                <a:cs typeface="Tahoma"/>
              </a:rPr>
              <a:t>módulos</a:t>
            </a:r>
            <a:r>
              <a:rPr dirty="0" sz="325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18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325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>
                <a:solidFill>
                  <a:srgbClr val="FFFFFF"/>
                </a:solidFill>
                <a:latin typeface="Tahoma"/>
                <a:cs typeface="Tahoma"/>
              </a:rPr>
              <a:t>pagos,</a:t>
            </a:r>
            <a:r>
              <a:rPr dirty="0" sz="325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85">
                <a:solidFill>
                  <a:srgbClr val="FFFFFF"/>
                </a:solidFill>
                <a:latin typeface="Tahoma"/>
                <a:cs typeface="Tahoma"/>
              </a:rPr>
              <a:t>reservas</a:t>
            </a:r>
            <a:r>
              <a:rPr dirty="0" sz="325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19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325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60">
                <a:solidFill>
                  <a:srgbClr val="FFFFFF"/>
                </a:solidFill>
                <a:latin typeface="Tahoma"/>
                <a:cs typeface="Tahoma"/>
              </a:rPr>
              <a:t>consultas. </a:t>
            </a:r>
            <a:r>
              <a:rPr dirty="0" sz="3250" spc="55">
                <a:solidFill>
                  <a:srgbClr val="FFFFFF"/>
                </a:solidFill>
                <a:latin typeface="Tahoma"/>
                <a:cs typeface="Tahoma"/>
              </a:rPr>
              <a:t>Implementar</a:t>
            </a:r>
            <a:r>
              <a:rPr dirty="0" sz="32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>
                <a:solidFill>
                  <a:srgbClr val="FFFFFF"/>
                </a:solidFill>
                <a:latin typeface="Tahoma"/>
                <a:cs typeface="Tahoma"/>
              </a:rPr>
              <a:t>una</a:t>
            </a:r>
            <a:r>
              <a:rPr dirty="0" sz="325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95">
                <a:solidFill>
                  <a:srgbClr val="FFFFFF"/>
                </a:solidFill>
                <a:latin typeface="Tahoma"/>
                <a:cs typeface="Tahoma"/>
              </a:rPr>
              <a:t>arquitectura</a:t>
            </a:r>
            <a:r>
              <a:rPr dirty="0" sz="325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85">
                <a:solidFill>
                  <a:srgbClr val="FFFFFF"/>
                </a:solidFill>
                <a:latin typeface="Tahoma"/>
                <a:cs typeface="Tahoma"/>
              </a:rPr>
              <a:t>modular</a:t>
            </a:r>
            <a:r>
              <a:rPr dirty="0" sz="325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19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325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55">
                <a:solidFill>
                  <a:srgbClr val="FFFFFF"/>
                </a:solidFill>
                <a:latin typeface="Tahoma"/>
                <a:cs typeface="Tahoma"/>
              </a:rPr>
              <a:t>escalable. </a:t>
            </a:r>
            <a:r>
              <a:rPr dirty="0" sz="3250" spc="65">
                <a:solidFill>
                  <a:srgbClr val="FFFFFF"/>
                </a:solidFill>
                <a:latin typeface="Tahoma"/>
                <a:cs typeface="Tahoma"/>
              </a:rPr>
              <a:t>Asegurar</a:t>
            </a:r>
            <a:r>
              <a:rPr dirty="0" sz="325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>
                <a:solidFill>
                  <a:srgbClr val="FFFFFF"/>
                </a:solidFill>
                <a:latin typeface="Tahoma"/>
                <a:cs typeface="Tahoma"/>
              </a:rPr>
              <a:t>la</a:t>
            </a:r>
            <a:r>
              <a:rPr dirty="0" sz="325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85">
                <a:solidFill>
                  <a:srgbClr val="FFFFFF"/>
                </a:solidFill>
                <a:latin typeface="Tahoma"/>
                <a:cs typeface="Tahoma"/>
              </a:rPr>
              <a:t>trazabilidad</a:t>
            </a:r>
            <a:r>
              <a:rPr dirty="0" sz="325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190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325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90">
                <a:solidFill>
                  <a:srgbClr val="FFFFFF"/>
                </a:solidFill>
                <a:latin typeface="Tahoma"/>
                <a:cs typeface="Tahoma"/>
              </a:rPr>
              <a:t>seguridad</a:t>
            </a:r>
            <a:r>
              <a:rPr dirty="0" sz="3250" spc="-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18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3250" spc="-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3250" spc="-25">
                <a:solidFill>
                  <a:srgbClr val="FFFFFF"/>
                </a:solidFill>
                <a:latin typeface="Tahoma"/>
                <a:cs typeface="Tahoma"/>
              </a:rPr>
              <a:t>la </a:t>
            </a:r>
            <a:r>
              <a:rPr dirty="0" sz="3250" spc="45">
                <a:solidFill>
                  <a:srgbClr val="FFFFFF"/>
                </a:solidFill>
                <a:latin typeface="Tahoma"/>
                <a:cs typeface="Tahoma"/>
              </a:rPr>
              <a:t>información.</a:t>
            </a:r>
            <a:endParaRPr sz="32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9144000" y="0"/>
            <a:ext cx="9144000" cy="10287000"/>
            <a:chOff x="9144000" y="0"/>
            <a:chExt cx="9144000" cy="102870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144000" y="0"/>
              <a:ext cx="9143999" cy="10286999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44306" y="0"/>
              <a:ext cx="4314824" cy="140017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60948" y="509188"/>
            <a:ext cx="3025140" cy="78740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5000" spc="-120"/>
              <a:t>ALCANCE</a:t>
            </a:r>
            <a:endParaRPr sz="5000"/>
          </a:p>
        </p:txBody>
      </p:sp>
      <p:pic>
        <p:nvPicPr>
          <p:cNvPr id="7" name="object 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6363" y="6139709"/>
            <a:ext cx="114300" cy="114299"/>
          </a:xfrm>
          <a:prstGeom prst="rect">
            <a:avLst/>
          </a:prstGeom>
        </p:spPr>
      </p:pic>
      <p:pic>
        <p:nvPicPr>
          <p:cNvPr id="8" name="object 8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6363" y="6615959"/>
            <a:ext cx="114300" cy="114299"/>
          </a:xfrm>
          <a:prstGeom prst="rect">
            <a:avLst/>
          </a:prstGeom>
        </p:spPr>
      </p:pic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6363" y="7568459"/>
            <a:ext cx="114300" cy="11429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6363" y="8520959"/>
            <a:ext cx="114300" cy="114299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3943" y="1702752"/>
            <a:ext cx="104775" cy="104774"/>
          </a:xfrm>
          <a:prstGeom prst="rect">
            <a:avLst/>
          </a:prstGeom>
        </p:spPr>
      </p:pic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3943" y="2636202"/>
            <a:ext cx="104775" cy="104774"/>
          </a:xfrm>
          <a:prstGeom prst="rect">
            <a:avLst/>
          </a:prstGeom>
        </p:spPr>
      </p:pic>
      <p:pic>
        <p:nvPicPr>
          <p:cNvPr id="13" name="object 13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3943" y="3102927"/>
            <a:ext cx="104775" cy="104774"/>
          </a:xfrm>
          <a:prstGeom prst="rect">
            <a:avLst/>
          </a:prstGeom>
        </p:spPr>
      </p:pic>
      <p:pic>
        <p:nvPicPr>
          <p:cNvPr id="14" name="object 14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3943" y="3569652"/>
            <a:ext cx="104775" cy="104774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665018" y="1439221"/>
            <a:ext cx="8200390" cy="780160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51815" marR="153670">
              <a:lnSpc>
                <a:spcPct val="122500"/>
              </a:lnSpc>
              <a:spcBef>
                <a:spcPts val="100"/>
              </a:spcBef>
            </a:pPr>
            <a:r>
              <a:rPr dirty="0" sz="2500" spc="120">
                <a:solidFill>
                  <a:srgbClr val="FFFFFF"/>
                </a:solidFill>
                <a:latin typeface="Tahoma"/>
                <a:cs typeface="Tahoma"/>
              </a:rPr>
              <a:t>Sistema:</a:t>
            </a:r>
            <a:r>
              <a:rPr dirty="0" sz="2500" spc="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55">
                <a:solidFill>
                  <a:srgbClr val="FFFFFF"/>
                </a:solidFill>
                <a:latin typeface="Tahoma"/>
                <a:cs typeface="Tahoma"/>
              </a:rPr>
              <a:t>Plataforma</a:t>
            </a:r>
            <a:r>
              <a:rPr dirty="0" sz="2500" spc="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65">
                <a:solidFill>
                  <a:srgbClr val="FFFFFF"/>
                </a:solidFill>
                <a:latin typeface="Tahoma"/>
                <a:cs typeface="Tahoma"/>
              </a:rPr>
              <a:t>web</a:t>
            </a:r>
            <a:r>
              <a:rPr dirty="0" sz="2500" spc="135">
                <a:solidFill>
                  <a:srgbClr val="FFFFFF"/>
                </a:solidFill>
                <a:latin typeface="Tahoma"/>
                <a:cs typeface="Tahoma"/>
              </a:rPr>
              <a:t> y </a:t>
            </a:r>
            <a:r>
              <a:rPr dirty="0" sz="2500" spc="140">
                <a:solidFill>
                  <a:srgbClr val="FFFFFF"/>
                </a:solidFill>
                <a:latin typeface="Tahoma"/>
                <a:cs typeface="Tahoma"/>
              </a:rPr>
              <a:t>móvil</a:t>
            </a:r>
            <a:r>
              <a:rPr dirty="0" sz="2500" spc="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20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500" spc="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60">
                <a:solidFill>
                  <a:srgbClr val="FFFFFF"/>
                </a:solidFill>
                <a:latin typeface="Tahoma"/>
                <a:cs typeface="Tahoma"/>
              </a:rPr>
              <a:t>gestión</a:t>
            </a:r>
            <a:r>
              <a:rPr dirty="0" sz="2500" spc="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75">
                <a:solidFill>
                  <a:srgbClr val="FFFFFF"/>
                </a:solidFill>
                <a:latin typeface="Tahoma"/>
                <a:cs typeface="Tahoma"/>
              </a:rPr>
              <a:t>de </a:t>
            </a:r>
            <a:r>
              <a:rPr dirty="0" sz="2500" spc="215">
                <a:solidFill>
                  <a:srgbClr val="FFFFFF"/>
                </a:solidFill>
                <a:latin typeface="Tahoma"/>
                <a:cs typeface="Tahoma"/>
              </a:rPr>
              <a:t>comunidades</a:t>
            </a:r>
            <a:r>
              <a:rPr dirty="0" sz="2500" spc="1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55">
                <a:solidFill>
                  <a:srgbClr val="FFFFFF"/>
                </a:solidFill>
                <a:latin typeface="Tahoma"/>
                <a:cs typeface="Tahoma"/>
              </a:rPr>
              <a:t>residenciales.</a:t>
            </a:r>
            <a:endParaRPr sz="2500">
              <a:latin typeface="Tahoma"/>
              <a:cs typeface="Tahoma"/>
            </a:endParaRPr>
          </a:p>
          <a:p>
            <a:pPr marL="551815" marR="54610">
              <a:lnSpc>
                <a:spcPct val="122500"/>
              </a:lnSpc>
            </a:pPr>
            <a:r>
              <a:rPr dirty="0" sz="2500" spc="60">
                <a:solidFill>
                  <a:srgbClr val="FFFFFF"/>
                </a:solidFill>
                <a:latin typeface="Tahoma"/>
                <a:cs typeface="Tahoma"/>
              </a:rPr>
              <a:t>Roles:</a:t>
            </a:r>
            <a:r>
              <a:rPr dirty="0" sz="2500" spc="1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50">
                <a:solidFill>
                  <a:srgbClr val="FFFFFF"/>
                </a:solidFill>
                <a:latin typeface="Tahoma"/>
                <a:cs typeface="Tahoma"/>
              </a:rPr>
              <a:t>Administrador,</a:t>
            </a:r>
            <a:r>
              <a:rPr dirty="0" sz="2500" spc="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35">
                <a:solidFill>
                  <a:srgbClr val="FFFFFF"/>
                </a:solidFill>
                <a:latin typeface="Tahoma"/>
                <a:cs typeface="Tahoma"/>
              </a:rPr>
              <a:t>Residente,</a:t>
            </a:r>
            <a:r>
              <a:rPr dirty="0" sz="2500" spc="1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40">
                <a:solidFill>
                  <a:srgbClr val="FFFFFF"/>
                </a:solidFill>
                <a:latin typeface="Tahoma"/>
                <a:cs typeface="Tahoma"/>
              </a:rPr>
              <a:t>Conserje. </a:t>
            </a:r>
            <a:r>
              <a:rPr dirty="0" sz="2500" spc="185">
                <a:solidFill>
                  <a:srgbClr val="FFFFFF"/>
                </a:solidFill>
                <a:latin typeface="Tahoma"/>
                <a:cs typeface="Tahoma"/>
              </a:rPr>
              <a:t>Control</a:t>
            </a:r>
            <a:r>
              <a:rPr dirty="0" sz="25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20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5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75">
                <a:solidFill>
                  <a:srgbClr val="FFFFFF"/>
                </a:solidFill>
                <a:latin typeface="Tahoma"/>
                <a:cs typeface="Tahoma"/>
              </a:rPr>
              <a:t>acceso:</a:t>
            </a:r>
            <a:r>
              <a:rPr dirty="0" sz="25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95">
                <a:solidFill>
                  <a:srgbClr val="FFFFFF"/>
                </a:solidFill>
                <a:latin typeface="Tahoma"/>
                <a:cs typeface="Tahoma"/>
              </a:rPr>
              <a:t>Vistas</a:t>
            </a:r>
            <a:r>
              <a:rPr dirty="0" sz="25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50">
                <a:solidFill>
                  <a:srgbClr val="FFFFFF"/>
                </a:solidFill>
                <a:latin typeface="Tahoma"/>
                <a:cs typeface="Tahoma"/>
              </a:rPr>
              <a:t>personalizadas. </a:t>
            </a:r>
            <a:r>
              <a:rPr dirty="0" sz="2500" spc="145">
                <a:solidFill>
                  <a:srgbClr val="FFFFFF"/>
                </a:solidFill>
                <a:latin typeface="Tahoma"/>
                <a:cs typeface="Tahoma"/>
              </a:rPr>
              <a:t>Módulos:</a:t>
            </a:r>
            <a:r>
              <a:rPr dirty="0" sz="2500" spc="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80">
                <a:solidFill>
                  <a:srgbClr val="FFFFFF"/>
                </a:solidFill>
                <a:latin typeface="Tahoma"/>
                <a:cs typeface="Tahoma"/>
              </a:rPr>
              <a:t>Dashboard</a:t>
            </a:r>
            <a:r>
              <a:rPr dirty="0" sz="25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365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2500" spc="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220">
                <a:solidFill>
                  <a:srgbClr val="FFFFFF"/>
                </a:solidFill>
                <a:latin typeface="Tahoma"/>
                <a:cs typeface="Tahoma"/>
              </a:rPr>
              <a:t>Chatbot</a:t>
            </a:r>
            <a:r>
              <a:rPr dirty="0" sz="25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365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25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200">
                <a:solidFill>
                  <a:srgbClr val="FFFFFF"/>
                </a:solidFill>
                <a:latin typeface="Tahoma"/>
                <a:cs typeface="Tahoma"/>
              </a:rPr>
              <a:t>Gastos </a:t>
            </a:r>
            <a:r>
              <a:rPr dirty="0" sz="2500" spc="220">
                <a:solidFill>
                  <a:srgbClr val="FFFFFF"/>
                </a:solidFill>
                <a:latin typeface="Tahoma"/>
                <a:cs typeface="Tahoma"/>
              </a:rPr>
              <a:t>Comunes</a:t>
            </a:r>
            <a:r>
              <a:rPr dirty="0" sz="2500" spc="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365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25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200">
                <a:solidFill>
                  <a:srgbClr val="FFFFFF"/>
                </a:solidFill>
                <a:latin typeface="Tahoma"/>
                <a:cs typeface="Tahoma"/>
              </a:rPr>
              <a:t>Encomiendas</a:t>
            </a:r>
            <a:r>
              <a:rPr dirty="0" sz="2500" spc="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365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25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95">
                <a:solidFill>
                  <a:srgbClr val="FFFFFF"/>
                </a:solidFill>
                <a:latin typeface="Tahoma"/>
                <a:cs typeface="Tahoma"/>
              </a:rPr>
              <a:t>Visitas</a:t>
            </a:r>
            <a:r>
              <a:rPr dirty="0" sz="2500" spc="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365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2500" spc="145">
                <a:solidFill>
                  <a:srgbClr val="FFFFFF"/>
                </a:solidFill>
                <a:latin typeface="Tahoma"/>
                <a:cs typeface="Tahoma"/>
              </a:rPr>
              <a:t> Reservas</a:t>
            </a:r>
            <a:r>
              <a:rPr dirty="0" sz="2500" spc="1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315">
                <a:solidFill>
                  <a:srgbClr val="FFFFFF"/>
                </a:solidFill>
                <a:latin typeface="Tahoma"/>
                <a:cs typeface="Tahoma"/>
              </a:rPr>
              <a:t>- </a:t>
            </a:r>
            <a:r>
              <a:rPr dirty="0" sz="2500" spc="120">
                <a:solidFill>
                  <a:srgbClr val="FFFFFF"/>
                </a:solidFill>
                <a:latin typeface="Tahoma"/>
                <a:cs typeface="Tahoma"/>
              </a:rPr>
              <a:t>Avisos.</a:t>
            </a:r>
            <a:endParaRPr sz="25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89"/>
              </a:spcBef>
            </a:pPr>
            <a:r>
              <a:rPr dirty="0" sz="5000" spc="-25" b="1">
                <a:solidFill>
                  <a:srgbClr val="FFFFFF"/>
                </a:solidFill>
                <a:latin typeface="Arial"/>
                <a:cs typeface="Arial"/>
              </a:rPr>
              <a:t>LIMITACIONES</a:t>
            </a:r>
            <a:endParaRPr sz="5000">
              <a:latin typeface="Arial"/>
              <a:cs typeface="Arial"/>
            </a:endParaRPr>
          </a:p>
          <a:p>
            <a:pPr marL="396875" marR="204470">
              <a:lnSpc>
                <a:spcPct val="115700"/>
              </a:lnSpc>
              <a:spcBef>
                <a:spcPts val="1460"/>
              </a:spcBef>
            </a:pPr>
            <a:r>
              <a:rPr dirty="0" sz="2700" spc="80">
                <a:solidFill>
                  <a:srgbClr val="FFFFFF"/>
                </a:solidFill>
                <a:latin typeface="Tahoma"/>
                <a:cs typeface="Tahoma"/>
              </a:rPr>
              <a:t>No</a:t>
            </a:r>
            <a:r>
              <a:rPr dirty="0" sz="27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FFFFF"/>
                </a:solidFill>
                <a:latin typeface="Tahoma"/>
                <a:cs typeface="Tahoma"/>
              </a:rPr>
              <a:t>incluye:</a:t>
            </a:r>
            <a:r>
              <a:rPr dirty="0" sz="27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75">
                <a:solidFill>
                  <a:srgbClr val="FFFFFF"/>
                </a:solidFill>
                <a:latin typeface="Tahoma"/>
                <a:cs typeface="Tahoma"/>
              </a:rPr>
              <a:t>Marketplace</a:t>
            </a:r>
            <a:r>
              <a:rPr dirty="0" sz="27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395">
                <a:solidFill>
                  <a:srgbClr val="FFFFFF"/>
                </a:solidFill>
                <a:latin typeface="Tahoma"/>
                <a:cs typeface="Tahoma"/>
              </a:rPr>
              <a:t>-</a:t>
            </a:r>
            <a:r>
              <a:rPr dirty="0" sz="27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60">
                <a:solidFill>
                  <a:srgbClr val="FFFFFF"/>
                </a:solidFill>
                <a:latin typeface="Tahoma"/>
                <a:cs typeface="Tahoma"/>
              </a:rPr>
              <a:t>CCTV</a:t>
            </a:r>
            <a:r>
              <a:rPr dirty="0" sz="27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FFFFF"/>
                </a:solidFill>
                <a:latin typeface="Tahoma"/>
                <a:cs typeface="Tahoma"/>
              </a:rPr>
              <a:t>(versión</a:t>
            </a:r>
            <a:r>
              <a:rPr dirty="0" sz="2700" spc="-7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FFFFFF"/>
                </a:solidFill>
                <a:latin typeface="Tahoma"/>
                <a:cs typeface="Tahoma"/>
              </a:rPr>
              <a:t>futura). </a:t>
            </a:r>
            <a:r>
              <a:rPr dirty="0" sz="2700" spc="80">
                <a:solidFill>
                  <a:srgbClr val="FFFFFF"/>
                </a:solidFill>
                <a:latin typeface="Tahoma"/>
                <a:cs typeface="Tahoma"/>
              </a:rPr>
              <a:t>Versión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55">
                <a:solidFill>
                  <a:srgbClr val="FFFFFF"/>
                </a:solidFill>
                <a:latin typeface="Tahoma"/>
                <a:cs typeface="Tahoma"/>
              </a:rPr>
              <a:t>móvil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80">
                <a:solidFill>
                  <a:srgbClr val="FFFFFF"/>
                </a:solidFill>
                <a:latin typeface="Tahoma"/>
                <a:cs typeface="Tahoma"/>
              </a:rPr>
              <a:t>solamente</a:t>
            </a:r>
            <a:r>
              <a:rPr dirty="0" sz="27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65">
                <a:solidFill>
                  <a:srgbClr val="FFFFFF"/>
                </a:solidFill>
                <a:latin typeface="Tahoma"/>
                <a:cs typeface="Tahoma"/>
              </a:rPr>
              <a:t>para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50">
                <a:solidFill>
                  <a:srgbClr val="FFFFFF"/>
                </a:solidFill>
                <a:latin typeface="Tahoma"/>
                <a:cs typeface="Tahoma"/>
              </a:rPr>
              <a:t>usuarios </a:t>
            </a:r>
            <a:r>
              <a:rPr dirty="0" sz="2700" spc="40">
                <a:solidFill>
                  <a:srgbClr val="FFFFFF"/>
                </a:solidFill>
                <a:latin typeface="Tahoma"/>
                <a:cs typeface="Tahoma"/>
              </a:rPr>
              <a:t>Residentes.</a:t>
            </a:r>
            <a:endParaRPr sz="2700">
              <a:latin typeface="Tahoma"/>
              <a:cs typeface="Tahoma"/>
            </a:endParaRPr>
          </a:p>
          <a:p>
            <a:pPr marL="396875" marR="444500">
              <a:lnSpc>
                <a:spcPct val="115700"/>
              </a:lnSpc>
              <a:spcBef>
                <a:spcPts val="5"/>
              </a:spcBef>
            </a:pPr>
            <a:r>
              <a:rPr dirty="0" sz="2700" spc="95">
                <a:solidFill>
                  <a:srgbClr val="FFFFFF"/>
                </a:solidFill>
                <a:latin typeface="Tahoma"/>
                <a:cs typeface="Tahoma"/>
              </a:rPr>
              <a:t>Dependencia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4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-25">
                <a:solidFill>
                  <a:srgbClr val="FFFFFF"/>
                </a:solidFill>
                <a:latin typeface="Tahoma"/>
                <a:cs typeface="Tahoma"/>
              </a:rPr>
              <a:t>API’S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60">
                <a:solidFill>
                  <a:srgbClr val="FFFFFF"/>
                </a:solidFill>
                <a:latin typeface="Tahoma"/>
                <a:cs typeface="Tahoma"/>
              </a:rPr>
              <a:t>externas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65">
                <a:solidFill>
                  <a:srgbClr val="FFFFFF"/>
                </a:solidFill>
                <a:latin typeface="Tahoma"/>
                <a:cs typeface="Tahoma"/>
              </a:rPr>
              <a:t>para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25">
                <a:solidFill>
                  <a:srgbClr val="FFFFFF"/>
                </a:solidFill>
                <a:latin typeface="Tahoma"/>
                <a:cs typeface="Tahoma"/>
              </a:rPr>
              <a:t>chatbot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85">
                <a:solidFill>
                  <a:srgbClr val="FFFFFF"/>
                </a:solidFill>
                <a:latin typeface="Tahoma"/>
                <a:cs typeface="Tahoma"/>
              </a:rPr>
              <a:t>y </a:t>
            </a:r>
            <a:r>
              <a:rPr dirty="0" sz="2700" spc="65">
                <a:solidFill>
                  <a:srgbClr val="FFFFFF"/>
                </a:solidFill>
                <a:latin typeface="Tahoma"/>
                <a:cs typeface="Tahoma"/>
              </a:rPr>
              <a:t>plataforma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4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10">
                <a:solidFill>
                  <a:srgbClr val="FFFFFF"/>
                </a:solidFill>
                <a:latin typeface="Tahoma"/>
                <a:cs typeface="Tahoma"/>
              </a:rPr>
              <a:t>medio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4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-10">
                <a:solidFill>
                  <a:srgbClr val="FFFFFF"/>
                </a:solidFill>
                <a:latin typeface="Tahoma"/>
                <a:cs typeface="Tahoma"/>
              </a:rPr>
              <a:t>pago.</a:t>
            </a:r>
            <a:endParaRPr sz="2700">
              <a:latin typeface="Tahoma"/>
              <a:cs typeface="Tahoma"/>
            </a:endParaRPr>
          </a:p>
          <a:p>
            <a:pPr marL="396875" marR="5080">
              <a:lnSpc>
                <a:spcPct val="115700"/>
              </a:lnSpc>
            </a:pPr>
            <a:r>
              <a:rPr dirty="0" sz="2700" spc="80">
                <a:solidFill>
                  <a:srgbClr val="FFFFFF"/>
                </a:solidFill>
                <a:latin typeface="Tahoma"/>
                <a:cs typeface="Tahoma"/>
              </a:rPr>
              <a:t>No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05">
                <a:solidFill>
                  <a:srgbClr val="FFFFFF"/>
                </a:solidFill>
                <a:latin typeface="Tahoma"/>
                <a:cs typeface="Tahoma"/>
              </a:rPr>
              <a:t>contempla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75">
                <a:solidFill>
                  <a:srgbClr val="FFFFFF"/>
                </a:solidFill>
                <a:latin typeface="Tahoma"/>
                <a:cs typeface="Tahoma"/>
              </a:rPr>
              <a:t>seguridad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50">
                <a:solidFill>
                  <a:srgbClr val="FFFFFF"/>
                </a:solidFill>
                <a:latin typeface="Tahoma"/>
                <a:cs typeface="Tahoma"/>
              </a:rPr>
              <a:t>avanzada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14">
                <a:solidFill>
                  <a:srgbClr val="FFFFFF"/>
                </a:solidFill>
                <a:latin typeface="Tahoma"/>
                <a:cs typeface="Tahoma"/>
              </a:rPr>
              <a:t>(como</a:t>
            </a:r>
            <a:r>
              <a:rPr dirty="0" sz="2700" spc="-12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80">
                <a:solidFill>
                  <a:srgbClr val="FFFFFF"/>
                </a:solidFill>
                <a:latin typeface="Tahoma"/>
                <a:cs typeface="Tahoma"/>
              </a:rPr>
              <a:t>cifrado </a:t>
            </a:r>
            <a:r>
              <a:rPr dirty="0" sz="2700" spc="14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7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75">
                <a:solidFill>
                  <a:srgbClr val="FFFFFF"/>
                </a:solidFill>
                <a:latin typeface="Tahoma"/>
                <a:cs typeface="Tahoma"/>
              </a:rPr>
              <a:t>extremo</a:t>
            </a:r>
            <a:r>
              <a:rPr dirty="0" sz="27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FFFFF"/>
                </a:solidFill>
                <a:latin typeface="Tahoma"/>
                <a:cs typeface="Tahoma"/>
              </a:rPr>
              <a:t>a</a:t>
            </a:r>
            <a:r>
              <a:rPr dirty="0" sz="27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75">
                <a:solidFill>
                  <a:srgbClr val="FFFFFF"/>
                </a:solidFill>
                <a:latin typeface="Tahoma"/>
                <a:cs typeface="Tahoma"/>
              </a:rPr>
              <a:t>extremo</a:t>
            </a:r>
            <a:r>
              <a:rPr dirty="0" sz="27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14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27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65">
                <a:solidFill>
                  <a:srgbClr val="FFFFFF"/>
                </a:solidFill>
                <a:latin typeface="Tahoma"/>
                <a:cs typeface="Tahoma"/>
              </a:rPr>
              <a:t>auditorías</a:t>
            </a:r>
            <a:r>
              <a:rPr dirty="0" sz="27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45">
                <a:solidFill>
                  <a:srgbClr val="FFFFFF"/>
                </a:solidFill>
                <a:latin typeface="Tahoma"/>
                <a:cs typeface="Tahoma"/>
              </a:rPr>
              <a:t>automáticas).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44306" y="0"/>
              <a:ext cx="4314824" cy="14001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99428" y="5246327"/>
              <a:ext cx="2906446" cy="3739808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420910" y="5246327"/>
              <a:ext cx="2906446" cy="3739808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199426" y="3641661"/>
              <a:ext cx="6128385" cy="1090295"/>
            </a:xfrm>
            <a:custGeom>
              <a:avLst/>
              <a:gdLst/>
              <a:ahLst/>
              <a:cxnLst/>
              <a:rect l="l" t="t" r="r" b="b"/>
              <a:pathLst>
                <a:path w="6128384" h="1090295">
                  <a:moveTo>
                    <a:pt x="2906445" y="54991"/>
                  </a:moveTo>
                  <a:lnTo>
                    <a:pt x="2902115" y="33616"/>
                  </a:lnTo>
                  <a:lnTo>
                    <a:pt x="2890304" y="16129"/>
                  </a:lnTo>
                  <a:lnTo>
                    <a:pt x="2872829" y="4330"/>
                  </a:lnTo>
                  <a:lnTo>
                    <a:pt x="2851442" y="0"/>
                  </a:lnTo>
                  <a:lnTo>
                    <a:pt x="54991" y="0"/>
                  </a:lnTo>
                  <a:lnTo>
                    <a:pt x="33616" y="4330"/>
                  </a:lnTo>
                  <a:lnTo>
                    <a:pt x="16129" y="16129"/>
                  </a:lnTo>
                  <a:lnTo>
                    <a:pt x="4330" y="33616"/>
                  </a:lnTo>
                  <a:lnTo>
                    <a:pt x="0" y="54991"/>
                  </a:lnTo>
                  <a:lnTo>
                    <a:pt x="0" y="1035075"/>
                  </a:lnTo>
                  <a:lnTo>
                    <a:pt x="4330" y="1056449"/>
                  </a:lnTo>
                  <a:lnTo>
                    <a:pt x="16129" y="1073937"/>
                  </a:lnTo>
                  <a:lnTo>
                    <a:pt x="33616" y="1085735"/>
                  </a:lnTo>
                  <a:lnTo>
                    <a:pt x="54991" y="1090066"/>
                  </a:lnTo>
                  <a:lnTo>
                    <a:pt x="2851442" y="1090066"/>
                  </a:lnTo>
                  <a:lnTo>
                    <a:pt x="2872829" y="1085735"/>
                  </a:lnTo>
                  <a:lnTo>
                    <a:pt x="2890304" y="1073937"/>
                  </a:lnTo>
                  <a:lnTo>
                    <a:pt x="2902115" y="1056449"/>
                  </a:lnTo>
                  <a:lnTo>
                    <a:pt x="2906445" y="1035075"/>
                  </a:lnTo>
                  <a:lnTo>
                    <a:pt x="2906445" y="54991"/>
                  </a:lnTo>
                  <a:close/>
                </a:path>
                <a:path w="6128384" h="1090295">
                  <a:moveTo>
                    <a:pt x="6127928" y="54991"/>
                  </a:moveTo>
                  <a:lnTo>
                    <a:pt x="6123597" y="33616"/>
                  </a:lnTo>
                  <a:lnTo>
                    <a:pt x="6111786" y="16129"/>
                  </a:lnTo>
                  <a:lnTo>
                    <a:pt x="6094311" y="4330"/>
                  </a:lnTo>
                  <a:lnTo>
                    <a:pt x="6072924" y="0"/>
                  </a:lnTo>
                  <a:lnTo>
                    <a:pt x="3276473" y="0"/>
                  </a:lnTo>
                  <a:lnTo>
                    <a:pt x="3255099" y="4330"/>
                  </a:lnTo>
                  <a:lnTo>
                    <a:pt x="3237611" y="16129"/>
                  </a:lnTo>
                  <a:lnTo>
                    <a:pt x="3225812" y="33616"/>
                  </a:lnTo>
                  <a:lnTo>
                    <a:pt x="3221482" y="54991"/>
                  </a:lnTo>
                  <a:lnTo>
                    <a:pt x="3221482" y="1035075"/>
                  </a:lnTo>
                  <a:lnTo>
                    <a:pt x="3225812" y="1056449"/>
                  </a:lnTo>
                  <a:lnTo>
                    <a:pt x="3237611" y="1073937"/>
                  </a:lnTo>
                  <a:lnTo>
                    <a:pt x="3255099" y="1085735"/>
                  </a:lnTo>
                  <a:lnTo>
                    <a:pt x="3276473" y="1090066"/>
                  </a:lnTo>
                  <a:lnTo>
                    <a:pt x="6072924" y="1090066"/>
                  </a:lnTo>
                  <a:lnTo>
                    <a:pt x="6094311" y="1085735"/>
                  </a:lnTo>
                  <a:lnTo>
                    <a:pt x="6111786" y="1073937"/>
                  </a:lnTo>
                  <a:lnTo>
                    <a:pt x="6123597" y="1056449"/>
                  </a:lnTo>
                  <a:lnTo>
                    <a:pt x="6127928" y="1035075"/>
                  </a:lnTo>
                  <a:lnTo>
                    <a:pt x="6127928" y="54991"/>
                  </a:lnTo>
                  <a:close/>
                </a:path>
              </a:pathLst>
            </a:custGeom>
            <a:solidFill>
              <a:srgbClr val="2B91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448148" y="4712287"/>
              <a:ext cx="389255" cy="262255"/>
            </a:xfrm>
            <a:custGeom>
              <a:avLst/>
              <a:gdLst/>
              <a:ahLst/>
              <a:cxnLst/>
              <a:rect l="l" t="t" r="r" b="b"/>
              <a:pathLst>
                <a:path w="389255" h="262254">
                  <a:moveTo>
                    <a:pt x="194613" y="261703"/>
                  </a:moveTo>
                  <a:lnTo>
                    <a:pt x="0" y="0"/>
                  </a:lnTo>
                  <a:lnTo>
                    <a:pt x="389226" y="0"/>
                  </a:lnTo>
                  <a:lnTo>
                    <a:pt x="194613" y="261703"/>
                  </a:lnTo>
                  <a:close/>
                </a:path>
              </a:pathLst>
            </a:custGeom>
            <a:solidFill>
              <a:srgbClr val="9DD44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669630" y="4712287"/>
              <a:ext cx="389255" cy="262255"/>
            </a:xfrm>
            <a:custGeom>
              <a:avLst/>
              <a:gdLst/>
              <a:ahLst/>
              <a:cxnLst/>
              <a:rect l="l" t="t" r="r" b="b"/>
              <a:pathLst>
                <a:path w="389254" h="262254">
                  <a:moveTo>
                    <a:pt x="194613" y="261703"/>
                  </a:moveTo>
                  <a:lnTo>
                    <a:pt x="0" y="0"/>
                  </a:lnTo>
                  <a:lnTo>
                    <a:pt x="389226" y="0"/>
                  </a:lnTo>
                  <a:lnTo>
                    <a:pt x="194613" y="261703"/>
                  </a:lnTo>
                  <a:close/>
                </a:path>
              </a:pathLst>
            </a:custGeom>
            <a:solidFill>
              <a:srgbClr val="42D0A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642393" y="5246327"/>
              <a:ext cx="2906446" cy="3739808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7642393" y="3641649"/>
              <a:ext cx="2907030" cy="1090295"/>
            </a:xfrm>
            <a:custGeom>
              <a:avLst/>
              <a:gdLst/>
              <a:ahLst/>
              <a:cxnLst/>
              <a:rect l="l" t="t" r="r" b="b"/>
              <a:pathLst>
                <a:path w="2907029" h="1090295">
                  <a:moveTo>
                    <a:pt x="2851449" y="1090075"/>
                  </a:moveTo>
                  <a:lnTo>
                    <a:pt x="54996" y="1090075"/>
                  </a:lnTo>
                  <a:lnTo>
                    <a:pt x="33618" y="1085743"/>
                  </a:lnTo>
                  <a:lnTo>
                    <a:pt x="16134" y="1073941"/>
                  </a:lnTo>
                  <a:lnTo>
                    <a:pt x="4331" y="1056456"/>
                  </a:lnTo>
                  <a:lnTo>
                    <a:pt x="0" y="1035078"/>
                  </a:lnTo>
                  <a:lnTo>
                    <a:pt x="0" y="54996"/>
                  </a:lnTo>
                  <a:lnTo>
                    <a:pt x="4331" y="33618"/>
                  </a:lnTo>
                  <a:lnTo>
                    <a:pt x="16134" y="16134"/>
                  </a:lnTo>
                  <a:lnTo>
                    <a:pt x="33618" y="4331"/>
                  </a:lnTo>
                  <a:lnTo>
                    <a:pt x="54996" y="0"/>
                  </a:lnTo>
                  <a:lnTo>
                    <a:pt x="2851449" y="0"/>
                  </a:lnTo>
                  <a:lnTo>
                    <a:pt x="2872827" y="4331"/>
                  </a:lnTo>
                  <a:lnTo>
                    <a:pt x="2890312" y="16134"/>
                  </a:lnTo>
                  <a:lnTo>
                    <a:pt x="2902114" y="33618"/>
                  </a:lnTo>
                  <a:lnTo>
                    <a:pt x="2906446" y="54996"/>
                  </a:lnTo>
                  <a:lnTo>
                    <a:pt x="2906446" y="1035078"/>
                  </a:lnTo>
                  <a:lnTo>
                    <a:pt x="2902114" y="1056456"/>
                  </a:lnTo>
                  <a:lnTo>
                    <a:pt x="2890312" y="1073941"/>
                  </a:lnTo>
                  <a:lnTo>
                    <a:pt x="2872827" y="1085743"/>
                  </a:lnTo>
                  <a:lnTo>
                    <a:pt x="2851449" y="1090075"/>
                  </a:lnTo>
                  <a:close/>
                </a:path>
              </a:pathLst>
            </a:custGeom>
            <a:solidFill>
              <a:srgbClr val="2B91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891113" y="4712287"/>
              <a:ext cx="389255" cy="262255"/>
            </a:xfrm>
            <a:custGeom>
              <a:avLst/>
              <a:gdLst/>
              <a:ahLst/>
              <a:cxnLst/>
              <a:rect l="l" t="t" r="r" b="b"/>
              <a:pathLst>
                <a:path w="389254" h="262254">
                  <a:moveTo>
                    <a:pt x="194612" y="261703"/>
                  </a:moveTo>
                  <a:lnTo>
                    <a:pt x="0" y="0"/>
                  </a:lnTo>
                  <a:lnTo>
                    <a:pt x="389226" y="0"/>
                  </a:lnTo>
                  <a:lnTo>
                    <a:pt x="194612" y="261703"/>
                  </a:lnTo>
                  <a:close/>
                </a:path>
              </a:pathLst>
            </a:custGeom>
            <a:solidFill>
              <a:srgbClr val="40D4E2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863875" y="5246327"/>
              <a:ext cx="2906446" cy="3739808"/>
            </a:xfrm>
            <a:prstGeom prst="rect">
              <a:avLst/>
            </a:prstGeom>
          </p:spPr>
        </p:pic>
        <p:sp>
          <p:nvSpPr>
            <p:cNvPr id="14" name="object 14" descr=""/>
            <p:cNvSpPr/>
            <p:nvPr/>
          </p:nvSpPr>
          <p:spPr>
            <a:xfrm>
              <a:off x="10863875" y="3641649"/>
              <a:ext cx="2907030" cy="1090295"/>
            </a:xfrm>
            <a:custGeom>
              <a:avLst/>
              <a:gdLst/>
              <a:ahLst/>
              <a:cxnLst/>
              <a:rect l="l" t="t" r="r" b="b"/>
              <a:pathLst>
                <a:path w="2907030" h="1090295">
                  <a:moveTo>
                    <a:pt x="2851449" y="1090075"/>
                  </a:moveTo>
                  <a:lnTo>
                    <a:pt x="54996" y="1090075"/>
                  </a:lnTo>
                  <a:lnTo>
                    <a:pt x="33618" y="1085743"/>
                  </a:lnTo>
                  <a:lnTo>
                    <a:pt x="16134" y="1073941"/>
                  </a:lnTo>
                  <a:lnTo>
                    <a:pt x="4331" y="1056456"/>
                  </a:lnTo>
                  <a:lnTo>
                    <a:pt x="0" y="1035078"/>
                  </a:lnTo>
                  <a:lnTo>
                    <a:pt x="0" y="54996"/>
                  </a:lnTo>
                  <a:lnTo>
                    <a:pt x="4331" y="33618"/>
                  </a:lnTo>
                  <a:lnTo>
                    <a:pt x="16134" y="16134"/>
                  </a:lnTo>
                  <a:lnTo>
                    <a:pt x="33618" y="4331"/>
                  </a:lnTo>
                  <a:lnTo>
                    <a:pt x="54996" y="0"/>
                  </a:lnTo>
                  <a:lnTo>
                    <a:pt x="2851449" y="0"/>
                  </a:lnTo>
                  <a:lnTo>
                    <a:pt x="2872827" y="4331"/>
                  </a:lnTo>
                  <a:lnTo>
                    <a:pt x="2890311" y="16134"/>
                  </a:lnTo>
                  <a:lnTo>
                    <a:pt x="2902114" y="33618"/>
                  </a:lnTo>
                  <a:lnTo>
                    <a:pt x="2906446" y="54996"/>
                  </a:lnTo>
                  <a:lnTo>
                    <a:pt x="2906446" y="1035078"/>
                  </a:lnTo>
                  <a:lnTo>
                    <a:pt x="2902114" y="1056456"/>
                  </a:lnTo>
                  <a:lnTo>
                    <a:pt x="2890311" y="1073941"/>
                  </a:lnTo>
                  <a:lnTo>
                    <a:pt x="2872827" y="1085743"/>
                  </a:lnTo>
                  <a:lnTo>
                    <a:pt x="2851449" y="1090075"/>
                  </a:lnTo>
                  <a:close/>
                </a:path>
              </a:pathLst>
            </a:custGeom>
            <a:solidFill>
              <a:srgbClr val="2B91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12112593" y="4712287"/>
              <a:ext cx="389255" cy="262255"/>
            </a:xfrm>
            <a:custGeom>
              <a:avLst/>
              <a:gdLst/>
              <a:ahLst/>
              <a:cxnLst/>
              <a:rect l="l" t="t" r="r" b="b"/>
              <a:pathLst>
                <a:path w="389254" h="262254">
                  <a:moveTo>
                    <a:pt x="194612" y="261703"/>
                  </a:moveTo>
                  <a:lnTo>
                    <a:pt x="0" y="0"/>
                  </a:lnTo>
                  <a:lnTo>
                    <a:pt x="389225" y="0"/>
                  </a:lnTo>
                  <a:lnTo>
                    <a:pt x="194612" y="261703"/>
                  </a:lnTo>
                  <a:close/>
                </a:path>
              </a:pathLst>
            </a:custGeom>
            <a:solidFill>
              <a:srgbClr val="40A6E1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085357" y="5246327"/>
              <a:ext cx="2906446" cy="3739808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4085357" y="3641649"/>
              <a:ext cx="2907030" cy="1090295"/>
            </a:xfrm>
            <a:custGeom>
              <a:avLst/>
              <a:gdLst/>
              <a:ahLst/>
              <a:cxnLst/>
              <a:rect l="l" t="t" r="r" b="b"/>
              <a:pathLst>
                <a:path w="2907030" h="1090295">
                  <a:moveTo>
                    <a:pt x="2851450" y="1090075"/>
                  </a:moveTo>
                  <a:lnTo>
                    <a:pt x="54996" y="1090075"/>
                  </a:lnTo>
                  <a:lnTo>
                    <a:pt x="33618" y="1085743"/>
                  </a:lnTo>
                  <a:lnTo>
                    <a:pt x="16134" y="1073941"/>
                  </a:lnTo>
                  <a:lnTo>
                    <a:pt x="4331" y="1056456"/>
                  </a:lnTo>
                  <a:lnTo>
                    <a:pt x="0" y="1035078"/>
                  </a:lnTo>
                  <a:lnTo>
                    <a:pt x="0" y="54996"/>
                  </a:lnTo>
                  <a:lnTo>
                    <a:pt x="4331" y="33618"/>
                  </a:lnTo>
                  <a:lnTo>
                    <a:pt x="16134" y="16134"/>
                  </a:lnTo>
                  <a:lnTo>
                    <a:pt x="33618" y="4331"/>
                  </a:lnTo>
                  <a:lnTo>
                    <a:pt x="54996" y="0"/>
                  </a:lnTo>
                  <a:lnTo>
                    <a:pt x="2851450" y="0"/>
                  </a:lnTo>
                  <a:lnTo>
                    <a:pt x="2872827" y="4331"/>
                  </a:lnTo>
                  <a:lnTo>
                    <a:pt x="2890312" y="16134"/>
                  </a:lnTo>
                  <a:lnTo>
                    <a:pt x="2902115" y="33618"/>
                  </a:lnTo>
                  <a:lnTo>
                    <a:pt x="2906446" y="54996"/>
                  </a:lnTo>
                  <a:lnTo>
                    <a:pt x="2906446" y="1035078"/>
                  </a:lnTo>
                  <a:lnTo>
                    <a:pt x="2902115" y="1056456"/>
                  </a:lnTo>
                  <a:lnTo>
                    <a:pt x="2890312" y="1073941"/>
                  </a:lnTo>
                  <a:lnTo>
                    <a:pt x="2872827" y="1085743"/>
                  </a:lnTo>
                  <a:lnTo>
                    <a:pt x="2851450" y="1090075"/>
                  </a:lnTo>
                  <a:close/>
                </a:path>
              </a:pathLst>
            </a:custGeom>
            <a:solidFill>
              <a:srgbClr val="2B91D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15334076" y="4712287"/>
              <a:ext cx="389255" cy="262255"/>
            </a:xfrm>
            <a:custGeom>
              <a:avLst/>
              <a:gdLst/>
              <a:ahLst/>
              <a:cxnLst/>
              <a:rect l="l" t="t" r="r" b="b"/>
              <a:pathLst>
                <a:path w="389255" h="262254">
                  <a:moveTo>
                    <a:pt x="194613" y="261703"/>
                  </a:moveTo>
                  <a:lnTo>
                    <a:pt x="0" y="0"/>
                  </a:lnTo>
                  <a:lnTo>
                    <a:pt x="389225" y="0"/>
                  </a:lnTo>
                  <a:lnTo>
                    <a:pt x="194613" y="261703"/>
                  </a:lnTo>
                  <a:close/>
                </a:path>
              </a:pathLst>
            </a:custGeom>
            <a:solidFill>
              <a:srgbClr val="4282D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2297356" y="2544678"/>
              <a:ext cx="711200" cy="711200"/>
            </a:xfrm>
            <a:custGeom>
              <a:avLst/>
              <a:gdLst/>
              <a:ahLst/>
              <a:cxnLst/>
              <a:rect l="l" t="t" r="r" b="b"/>
              <a:pathLst>
                <a:path w="711200" h="711200">
                  <a:moveTo>
                    <a:pt x="355295" y="710591"/>
                  </a:moveTo>
                  <a:lnTo>
                    <a:pt x="307084" y="707347"/>
                  </a:lnTo>
                  <a:lnTo>
                    <a:pt x="260843" y="697899"/>
                  </a:lnTo>
                  <a:lnTo>
                    <a:pt x="216998" y="682670"/>
                  </a:lnTo>
                  <a:lnTo>
                    <a:pt x="175971" y="662082"/>
                  </a:lnTo>
                  <a:lnTo>
                    <a:pt x="138185" y="636560"/>
                  </a:lnTo>
                  <a:lnTo>
                    <a:pt x="104063" y="606527"/>
                  </a:lnTo>
                  <a:lnTo>
                    <a:pt x="74030" y="572406"/>
                  </a:lnTo>
                  <a:lnTo>
                    <a:pt x="48508" y="534619"/>
                  </a:lnTo>
                  <a:lnTo>
                    <a:pt x="27920" y="493592"/>
                  </a:lnTo>
                  <a:lnTo>
                    <a:pt x="12691" y="449747"/>
                  </a:lnTo>
                  <a:lnTo>
                    <a:pt x="3243" y="403507"/>
                  </a:lnTo>
                  <a:lnTo>
                    <a:pt x="0" y="355295"/>
                  </a:lnTo>
                  <a:lnTo>
                    <a:pt x="3243" y="307084"/>
                  </a:lnTo>
                  <a:lnTo>
                    <a:pt x="12691" y="260843"/>
                  </a:lnTo>
                  <a:lnTo>
                    <a:pt x="27920" y="216998"/>
                  </a:lnTo>
                  <a:lnTo>
                    <a:pt x="48508" y="175971"/>
                  </a:lnTo>
                  <a:lnTo>
                    <a:pt x="74030" y="138185"/>
                  </a:lnTo>
                  <a:lnTo>
                    <a:pt x="104063" y="104063"/>
                  </a:lnTo>
                  <a:lnTo>
                    <a:pt x="138185" y="74030"/>
                  </a:lnTo>
                  <a:lnTo>
                    <a:pt x="175971" y="48508"/>
                  </a:lnTo>
                  <a:lnTo>
                    <a:pt x="216998" y="27920"/>
                  </a:lnTo>
                  <a:lnTo>
                    <a:pt x="260843" y="12691"/>
                  </a:lnTo>
                  <a:lnTo>
                    <a:pt x="307084" y="3243"/>
                  </a:lnTo>
                  <a:lnTo>
                    <a:pt x="355295" y="0"/>
                  </a:lnTo>
                  <a:lnTo>
                    <a:pt x="403506" y="3243"/>
                  </a:lnTo>
                  <a:lnTo>
                    <a:pt x="449747" y="12691"/>
                  </a:lnTo>
                  <a:lnTo>
                    <a:pt x="493592" y="27920"/>
                  </a:lnTo>
                  <a:lnTo>
                    <a:pt x="534619" y="48508"/>
                  </a:lnTo>
                  <a:lnTo>
                    <a:pt x="572405" y="74030"/>
                  </a:lnTo>
                  <a:lnTo>
                    <a:pt x="606527" y="104063"/>
                  </a:lnTo>
                  <a:lnTo>
                    <a:pt x="636560" y="138185"/>
                  </a:lnTo>
                  <a:lnTo>
                    <a:pt x="662082" y="175971"/>
                  </a:lnTo>
                  <a:lnTo>
                    <a:pt x="682669" y="216998"/>
                  </a:lnTo>
                  <a:lnTo>
                    <a:pt x="697899" y="260843"/>
                  </a:lnTo>
                  <a:lnTo>
                    <a:pt x="707347" y="307084"/>
                  </a:lnTo>
                  <a:lnTo>
                    <a:pt x="710590" y="355295"/>
                  </a:lnTo>
                  <a:lnTo>
                    <a:pt x="707347" y="403507"/>
                  </a:lnTo>
                  <a:lnTo>
                    <a:pt x="697899" y="449747"/>
                  </a:lnTo>
                  <a:lnTo>
                    <a:pt x="682669" y="493592"/>
                  </a:lnTo>
                  <a:lnTo>
                    <a:pt x="662082" y="534619"/>
                  </a:lnTo>
                  <a:lnTo>
                    <a:pt x="636560" y="572406"/>
                  </a:lnTo>
                  <a:lnTo>
                    <a:pt x="606527" y="606527"/>
                  </a:lnTo>
                  <a:lnTo>
                    <a:pt x="572405" y="636560"/>
                  </a:lnTo>
                  <a:lnTo>
                    <a:pt x="534619" y="662082"/>
                  </a:lnTo>
                  <a:lnTo>
                    <a:pt x="493592" y="682670"/>
                  </a:lnTo>
                  <a:lnTo>
                    <a:pt x="449747" y="697899"/>
                  </a:lnTo>
                  <a:lnTo>
                    <a:pt x="403506" y="707347"/>
                  </a:lnTo>
                  <a:lnTo>
                    <a:pt x="355295" y="710591"/>
                  </a:lnTo>
                  <a:close/>
                </a:path>
              </a:pathLst>
            </a:custGeom>
            <a:solidFill>
              <a:srgbClr val="2B91D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2583652" y="2733527"/>
            <a:ext cx="137795" cy="309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-160" b="1">
                <a:solidFill>
                  <a:srgbClr val="FFFFFF"/>
                </a:solidFill>
                <a:latin typeface="Trebuchet MS"/>
                <a:cs typeface="Trebuchet MS"/>
              </a:rPr>
              <a:t>1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5518838" y="2544678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295" y="710591"/>
                </a:moveTo>
                <a:lnTo>
                  <a:pt x="307084" y="707347"/>
                </a:lnTo>
                <a:lnTo>
                  <a:pt x="260843" y="697899"/>
                </a:lnTo>
                <a:lnTo>
                  <a:pt x="216998" y="682670"/>
                </a:lnTo>
                <a:lnTo>
                  <a:pt x="175971" y="662082"/>
                </a:lnTo>
                <a:lnTo>
                  <a:pt x="138185" y="636560"/>
                </a:lnTo>
                <a:lnTo>
                  <a:pt x="104063" y="606527"/>
                </a:lnTo>
                <a:lnTo>
                  <a:pt x="74030" y="572406"/>
                </a:lnTo>
                <a:lnTo>
                  <a:pt x="48508" y="534619"/>
                </a:lnTo>
                <a:lnTo>
                  <a:pt x="27920" y="493592"/>
                </a:lnTo>
                <a:lnTo>
                  <a:pt x="12691" y="449747"/>
                </a:lnTo>
                <a:lnTo>
                  <a:pt x="3243" y="403507"/>
                </a:lnTo>
                <a:lnTo>
                  <a:pt x="0" y="355295"/>
                </a:lnTo>
                <a:lnTo>
                  <a:pt x="3243" y="307084"/>
                </a:lnTo>
                <a:lnTo>
                  <a:pt x="12691" y="260843"/>
                </a:lnTo>
                <a:lnTo>
                  <a:pt x="27920" y="216998"/>
                </a:lnTo>
                <a:lnTo>
                  <a:pt x="48508" y="175971"/>
                </a:lnTo>
                <a:lnTo>
                  <a:pt x="74030" y="138185"/>
                </a:lnTo>
                <a:lnTo>
                  <a:pt x="104063" y="104063"/>
                </a:lnTo>
                <a:lnTo>
                  <a:pt x="138185" y="74030"/>
                </a:lnTo>
                <a:lnTo>
                  <a:pt x="175971" y="48508"/>
                </a:lnTo>
                <a:lnTo>
                  <a:pt x="216998" y="27920"/>
                </a:lnTo>
                <a:lnTo>
                  <a:pt x="260843" y="12691"/>
                </a:lnTo>
                <a:lnTo>
                  <a:pt x="307084" y="3243"/>
                </a:lnTo>
                <a:lnTo>
                  <a:pt x="355295" y="0"/>
                </a:lnTo>
                <a:lnTo>
                  <a:pt x="403507" y="3243"/>
                </a:lnTo>
                <a:lnTo>
                  <a:pt x="449747" y="12691"/>
                </a:lnTo>
                <a:lnTo>
                  <a:pt x="493592" y="27920"/>
                </a:lnTo>
                <a:lnTo>
                  <a:pt x="534619" y="48508"/>
                </a:lnTo>
                <a:lnTo>
                  <a:pt x="572405" y="74030"/>
                </a:lnTo>
                <a:lnTo>
                  <a:pt x="606527" y="104063"/>
                </a:lnTo>
                <a:lnTo>
                  <a:pt x="636560" y="138185"/>
                </a:lnTo>
                <a:lnTo>
                  <a:pt x="662082" y="175971"/>
                </a:lnTo>
                <a:lnTo>
                  <a:pt x="682670" y="216998"/>
                </a:lnTo>
                <a:lnTo>
                  <a:pt x="697899" y="260843"/>
                </a:lnTo>
                <a:lnTo>
                  <a:pt x="707347" y="307084"/>
                </a:lnTo>
                <a:lnTo>
                  <a:pt x="710590" y="355295"/>
                </a:lnTo>
                <a:lnTo>
                  <a:pt x="707347" y="403507"/>
                </a:lnTo>
                <a:lnTo>
                  <a:pt x="697899" y="449747"/>
                </a:lnTo>
                <a:lnTo>
                  <a:pt x="682670" y="493592"/>
                </a:lnTo>
                <a:lnTo>
                  <a:pt x="662082" y="534619"/>
                </a:lnTo>
                <a:lnTo>
                  <a:pt x="636560" y="572406"/>
                </a:lnTo>
                <a:lnTo>
                  <a:pt x="606527" y="606527"/>
                </a:lnTo>
                <a:lnTo>
                  <a:pt x="572405" y="636560"/>
                </a:lnTo>
                <a:lnTo>
                  <a:pt x="534619" y="662082"/>
                </a:lnTo>
                <a:lnTo>
                  <a:pt x="493592" y="682670"/>
                </a:lnTo>
                <a:lnTo>
                  <a:pt x="449747" y="697899"/>
                </a:lnTo>
                <a:lnTo>
                  <a:pt x="403507" y="707347"/>
                </a:lnTo>
                <a:lnTo>
                  <a:pt x="355295" y="710591"/>
                </a:lnTo>
                <a:close/>
              </a:path>
            </a:pathLst>
          </a:custGeom>
          <a:solidFill>
            <a:srgbClr val="2B91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5782660" y="2720764"/>
            <a:ext cx="182880" cy="3251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950" spc="40" b="1">
                <a:solidFill>
                  <a:srgbClr val="FFFFFF"/>
                </a:solidFill>
                <a:latin typeface="Trebuchet MS"/>
                <a:cs typeface="Trebuchet MS"/>
              </a:rPr>
              <a:t>2</a:t>
            </a:r>
            <a:endParaRPr sz="1950">
              <a:latin typeface="Trebuchet MS"/>
              <a:cs typeface="Trebuchet MS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8740319" y="2544678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295" y="710591"/>
                </a:moveTo>
                <a:lnTo>
                  <a:pt x="307083" y="707347"/>
                </a:lnTo>
                <a:lnTo>
                  <a:pt x="260843" y="697899"/>
                </a:lnTo>
                <a:lnTo>
                  <a:pt x="216998" y="682670"/>
                </a:lnTo>
                <a:lnTo>
                  <a:pt x="175970" y="662082"/>
                </a:lnTo>
                <a:lnTo>
                  <a:pt x="138184" y="636560"/>
                </a:lnTo>
                <a:lnTo>
                  <a:pt x="104063" y="606527"/>
                </a:lnTo>
                <a:lnTo>
                  <a:pt x="74030" y="572406"/>
                </a:lnTo>
                <a:lnTo>
                  <a:pt x="48508" y="534619"/>
                </a:lnTo>
                <a:lnTo>
                  <a:pt x="27920" y="493592"/>
                </a:lnTo>
                <a:lnTo>
                  <a:pt x="12691" y="449747"/>
                </a:lnTo>
                <a:lnTo>
                  <a:pt x="3243" y="403507"/>
                </a:lnTo>
                <a:lnTo>
                  <a:pt x="0" y="355295"/>
                </a:lnTo>
                <a:lnTo>
                  <a:pt x="3243" y="307084"/>
                </a:lnTo>
                <a:lnTo>
                  <a:pt x="12691" y="260843"/>
                </a:lnTo>
                <a:lnTo>
                  <a:pt x="27920" y="216998"/>
                </a:lnTo>
                <a:lnTo>
                  <a:pt x="48508" y="175971"/>
                </a:lnTo>
                <a:lnTo>
                  <a:pt x="74030" y="138185"/>
                </a:lnTo>
                <a:lnTo>
                  <a:pt x="104063" y="104063"/>
                </a:lnTo>
                <a:lnTo>
                  <a:pt x="138184" y="74030"/>
                </a:lnTo>
                <a:lnTo>
                  <a:pt x="175970" y="48508"/>
                </a:lnTo>
                <a:lnTo>
                  <a:pt x="216998" y="27920"/>
                </a:lnTo>
                <a:lnTo>
                  <a:pt x="260843" y="12691"/>
                </a:lnTo>
                <a:lnTo>
                  <a:pt x="307083" y="3243"/>
                </a:lnTo>
                <a:lnTo>
                  <a:pt x="355295" y="0"/>
                </a:lnTo>
                <a:lnTo>
                  <a:pt x="403506" y="3243"/>
                </a:lnTo>
                <a:lnTo>
                  <a:pt x="449747" y="12691"/>
                </a:lnTo>
                <a:lnTo>
                  <a:pt x="493592" y="27920"/>
                </a:lnTo>
                <a:lnTo>
                  <a:pt x="534620" y="48508"/>
                </a:lnTo>
                <a:lnTo>
                  <a:pt x="572406" y="74030"/>
                </a:lnTo>
                <a:lnTo>
                  <a:pt x="606527" y="104063"/>
                </a:lnTo>
                <a:lnTo>
                  <a:pt x="636560" y="138185"/>
                </a:lnTo>
                <a:lnTo>
                  <a:pt x="662082" y="175971"/>
                </a:lnTo>
                <a:lnTo>
                  <a:pt x="682670" y="216998"/>
                </a:lnTo>
                <a:lnTo>
                  <a:pt x="697899" y="260843"/>
                </a:lnTo>
                <a:lnTo>
                  <a:pt x="707347" y="307084"/>
                </a:lnTo>
                <a:lnTo>
                  <a:pt x="710591" y="355295"/>
                </a:lnTo>
                <a:lnTo>
                  <a:pt x="707347" y="403507"/>
                </a:lnTo>
                <a:lnTo>
                  <a:pt x="697899" y="449747"/>
                </a:lnTo>
                <a:lnTo>
                  <a:pt x="682670" y="493592"/>
                </a:lnTo>
                <a:lnTo>
                  <a:pt x="662082" y="534619"/>
                </a:lnTo>
                <a:lnTo>
                  <a:pt x="636560" y="572406"/>
                </a:lnTo>
                <a:lnTo>
                  <a:pt x="606527" y="606527"/>
                </a:lnTo>
                <a:lnTo>
                  <a:pt x="572406" y="636560"/>
                </a:lnTo>
                <a:lnTo>
                  <a:pt x="534620" y="662082"/>
                </a:lnTo>
                <a:lnTo>
                  <a:pt x="493592" y="682670"/>
                </a:lnTo>
                <a:lnTo>
                  <a:pt x="449747" y="697899"/>
                </a:lnTo>
                <a:lnTo>
                  <a:pt x="403506" y="707347"/>
                </a:lnTo>
                <a:lnTo>
                  <a:pt x="355295" y="710591"/>
                </a:lnTo>
                <a:close/>
              </a:path>
            </a:pathLst>
          </a:custGeom>
          <a:solidFill>
            <a:srgbClr val="2B91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9008905" y="2736671"/>
            <a:ext cx="173355" cy="29464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750" spc="80" b="1">
                <a:solidFill>
                  <a:srgbClr val="FFFFFF"/>
                </a:solidFill>
                <a:latin typeface="Trebuchet MS"/>
                <a:cs typeface="Trebuchet MS"/>
              </a:rPr>
              <a:t>3</a:t>
            </a:r>
            <a:endParaRPr sz="1750">
              <a:latin typeface="Trebuchet MS"/>
              <a:cs typeface="Trebuchet MS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11961803" y="2544678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295" y="710591"/>
                </a:moveTo>
                <a:lnTo>
                  <a:pt x="307083" y="707347"/>
                </a:lnTo>
                <a:lnTo>
                  <a:pt x="260843" y="697899"/>
                </a:lnTo>
                <a:lnTo>
                  <a:pt x="216998" y="682670"/>
                </a:lnTo>
                <a:lnTo>
                  <a:pt x="175970" y="662082"/>
                </a:lnTo>
                <a:lnTo>
                  <a:pt x="138184" y="636560"/>
                </a:lnTo>
                <a:lnTo>
                  <a:pt x="104063" y="606527"/>
                </a:lnTo>
                <a:lnTo>
                  <a:pt x="74030" y="572406"/>
                </a:lnTo>
                <a:lnTo>
                  <a:pt x="48508" y="534619"/>
                </a:lnTo>
                <a:lnTo>
                  <a:pt x="27920" y="493592"/>
                </a:lnTo>
                <a:lnTo>
                  <a:pt x="12691" y="449747"/>
                </a:lnTo>
                <a:lnTo>
                  <a:pt x="3243" y="403507"/>
                </a:lnTo>
                <a:lnTo>
                  <a:pt x="0" y="355295"/>
                </a:lnTo>
                <a:lnTo>
                  <a:pt x="3243" y="307084"/>
                </a:lnTo>
                <a:lnTo>
                  <a:pt x="12691" y="260843"/>
                </a:lnTo>
                <a:lnTo>
                  <a:pt x="27920" y="216998"/>
                </a:lnTo>
                <a:lnTo>
                  <a:pt x="48508" y="175971"/>
                </a:lnTo>
                <a:lnTo>
                  <a:pt x="74030" y="138185"/>
                </a:lnTo>
                <a:lnTo>
                  <a:pt x="104063" y="104063"/>
                </a:lnTo>
                <a:lnTo>
                  <a:pt x="138184" y="74030"/>
                </a:lnTo>
                <a:lnTo>
                  <a:pt x="175970" y="48508"/>
                </a:lnTo>
                <a:lnTo>
                  <a:pt x="216998" y="27920"/>
                </a:lnTo>
                <a:lnTo>
                  <a:pt x="260843" y="12691"/>
                </a:lnTo>
                <a:lnTo>
                  <a:pt x="307083" y="3243"/>
                </a:lnTo>
                <a:lnTo>
                  <a:pt x="355295" y="0"/>
                </a:lnTo>
                <a:lnTo>
                  <a:pt x="403506" y="3243"/>
                </a:lnTo>
                <a:lnTo>
                  <a:pt x="449746" y="12691"/>
                </a:lnTo>
                <a:lnTo>
                  <a:pt x="493592" y="27920"/>
                </a:lnTo>
                <a:lnTo>
                  <a:pt x="534619" y="48508"/>
                </a:lnTo>
                <a:lnTo>
                  <a:pt x="572405" y="74030"/>
                </a:lnTo>
                <a:lnTo>
                  <a:pt x="606527" y="104063"/>
                </a:lnTo>
                <a:lnTo>
                  <a:pt x="636560" y="138185"/>
                </a:lnTo>
                <a:lnTo>
                  <a:pt x="662082" y="175971"/>
                </a:lnTo>
                <a:lnTo>
                  <a:pt x="682670" y="216998"/>
                </a:lnTo>
                <a:lnTo>
                  <a:pt x="697899" y="260843"/>
                </a:lnTo>
                <a:lnTo>
                  <a:pt x="707347" y="307084"/>
                </a:lnTo>
                <a:lnTo>
                  <a:pt x="710591" y="355295"/>
                </a:lnTo>
                <a:lnTo>
                  <a:pt x="707347" y="403507"/>
                </a:lnTo>
                <a:lnTo>
                  <a:pt x="697899" y="449747"/>
                </a:lnTo>
                <a:lnTo>
                  <a:pt x="682670" y="493592"/>
                </a:lnTo>
                <a:lnTo>
                  <a:pt x="662082" y="534619"/>
                </a:lnTo>
                <a:lnTo>
                  <a:pt x="636560" y="572406"/>
                </a:lnTo>
                <a:lnTo>
                  <a:pt x="606527" y="606527"/>
                </a:lnTo>
                <a:lnTo>
                  <a:pt x="572405" y="636560"/>
                </a:lnTo>
                <a:lnTo>
                  <a:pt x="534619" y="662082"/>
                </a:lnTo>
                <a:lnTo>
                  <a:pt x="493592" y="682670"/>
                </a:lnTo>
                <a:lnTo>
                  <a:pt x="449746" y="697899"/>
                </a:lnTo>
                <a:lnTo>
                  <a:pt x="403506" y="707347"/>
                </a:lnTo>
                <a:lnTo>
                  <a:pt x="355295" y="710591"/>
                </a:lnTo>
                <a:close/>
              </a:path>
            </a:pathLst>
          </a:custGeom>
          <a:solidFill>
            <a:srgbClr val="2B91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2223988" y="2733527"/>
            <a:ext cx="186055" cy="309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120" b="1">
                <a:solidFill>
                  <a:srgbClr val="FFFFFF"/>
                </a:solidFill>
                <a:latin typeface="Trebuchet MS"/>
                <a:cs typeface="Trebuchet MS"/>
              </a:rPr>
              <a:t>4</a:t>
            </a:r>
            <a:endParaRPr sz="1850">
              <a:latin typeface="Trebuchet MS"/>
              <a:cs typeface="Trebuchet MS"/>
            </a:endParaRPr>
          </a:p>
        </p:txBody>
      </p:sp>
      <p:sp>
        <p:nvSpPr>
          <p:cNvPr id="27" name="object 27" descr=""/>
          <p:cNvSpPr/>
          <p:nvPr/>
        </p:nvSpPr>
        <p:spPr>
          <a:xfrm>
            <a:off x="15183285" y="2544678"/>
            <a:ext cx="711200" cy="711200"/>
          </a:xfrm>
          <a:custGeom>
            <a:avLst/>
            <a:gdLst/>
            <a:ahLst/>
            <a:cxnLst/>
            <a:rect l="l" t="t" r="r" b="b"/>
            <a:pathLst>
              <a:path w="711200" h="711200">
                <a:moveTo>
                  <a:pt x="355295" y="710591"/>
                </a:moveTo>
                <a:lnTo>
                  <a:pt x="307084" y="707347"/>
                </a:lnTo>
                <a:lnTo>
                  <a:pt x="260843" y="697899"/>
                </a:lnTo>
                <a:lnTo>
                  <a:pt x="216998" y="682670"/>
                </a:lnTo>
                <a:lnTo>
                  <a:pt x="175970" y="662082"/>
                </a:lnTo>
                <a:lnTo>
                  <a:pt x="138184" y="636560"/>
                </a:lnTo>
                <a:lnTo>
                  <a:pt x="104063" y="606527"/>
                </a:lnTo>
                <a:lnTo>
                  <a:pt x="74030" y="572406"/>
                </a:lnTo>
                <a:lnTo>
                  <a:pt x="48508" y="534619"/>
                </a:lnTo>
                <a:lnTo>
                  <a:pt x="27920" y="493592"/>
                </a:lnTo>
                <a:lnTo>
                  <a:pt x="12691" y="449747"/>
                </a:lnTo>
                <a:lnTo>
                  <a:pt x="3243" y="403507"/>
                </a:lnTo>
                <a:lnTo>
                  <a:pt x="0" y="355295"/>
                </a:lnTo>
                <a:lnTo>
                  <a:pt x="3243" y="307084"/>
                </a:lnTo>
                <a:lnTo>
                  <a:pt x="12691" y="260843"/>
                </a:lnTo>
                <a:lnTo>
                  <a:pt x="27920" y="216998"/>
                </a:lnTo>
                <a:lnTo>
                  <a:pt x="48508" y="175971"/>
                </a:lnTo>
                <a:lnTo>
                  <a:pt x="74030" y="138185"/>
                </a:lnTo>
                <a:lnTo>
                  <a:pt x="104063" y="104063"/>
                </a:lnTo>
                <a:lnTo>
                  <a:pt x="138184" y="74030"/>
                </a:lnTo>
                <a:lnTo>
                  <a:pt x="175970" y="48508"/>
                </a:lnTo>
                <a:lnTo>
                  <a:pt x="216998" y="27920"/>
                </a:lnTo>
                <a:lnTo>
                  <a:pt x="260843" y="12691"/>
                </a:lnTo>
                <a:lnTo>
                  <a:pt x="307084" y="3243"/>
                </a:lnTo>
                <a:lnTo>
                  <a:pt x="355295" y="0"/>
                </a:lnTo>
                <a:lnTo>
                  <a:pt x="403507" y="3243"/>
                </a:lnTo>
                <a:lnTo>
                  <a:pt x="449747" y="12691"/>
                </a:lnTo>
                <a:lnTo>
                  <a:pt x="493592" y="27920"/>
                </a:lnTo>
                <a:lnTo>
                  <a:pt x="534619" y="48508"/>
                </a:lnTo>
                <a:lnTo>
                  <a:pt x="572405" y="74030"/>
                </a:lnTo>
                <a:lnTo>
                  <a:pt x="606527" y="104063"/>
                </a:lnTo>
                <a:lnTo>
                  <a:pt x="636560" y="138185"/>
                </a:lnTo>
                <a:lnTo>
                  <a:pt x="662082" y="175971"/>
                </a:lnTo>
                <a:lnTo>
                  <a:pt x="682669" y="216998"/>
                </a:lnTo>
                <a:lnTo>
                  <a:pt x="697898" y="260843"/>
                </a:lnTo>
                <a:lnTo>
                  <a:pt x="707346" y="307084"/>
                </a:lnTo>
                <a:lnTo>
                  <a:pt x="710590" y="355295"/>
                </a:lnTo>
                <a:lnTo>
                  <a:pt x="707346" y="403507"/>
                </a:lnTo>
                <a:lnTo>
                  <a:pt x="697898" y="449747"/>
                </a:lnTo>
                <a:lnTo>
                  <a:pt x="682669" y="493592"/>
                </a:lnTo>
                <a:lnTo>
                  <a:pt x="662082" y="534619"/>
                </a:lnTo>
                <a:lnTo>
                  <a:pt x="636560" y="572406"/>
                </a:lnTo>
                <a:lnTo>
                  <a:pt x="606527" y="606527"/>
                </a:lnTo>
                <a:lnTo>
                  <a:pt x="572405" y="636560"/>
                </a:lnTo>
                <a:lnTo>
                  <a:pt x="534619" y="662082"/>
                </a:lnTo>
                <a:lnTo>
                  <a:pt x="493592" y="682670"/>
                </a:lnTo>
                <a:lnTo>
                  <a:pt x="449747" y="697899"/>
                </a:lnTo>
                <a:lnTo>
                  <a:pt x="403507" y="707347"/>
                </a:lnTo>
                <a:lnTo>
                  <a:pt x="355295" y="710591"/>
                </a:lnTo>
                <a:close/>
              </a:path>
            </a:pathLst>
          </a:custGeom>
          <a:solidFill>
            <a:srgbClr val="4282D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 descr=""/>
          <p:cNvSpPr txBox="1"/>
          <p:nvPr/>
        </p:nvSpPr>
        <p:spPr>
          <a:xfrm>
            <a:off x="15449489" y="2733527"/>
            <a:ext cx="178435" cy="3098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850" spc="55" b="1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endParaRPr sz="1850">
              <a:latin typeface="Trebuchet MS"/>
              <a:cs typeface="Trebuchet MS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3582472" y="2852419"/>
            <a:ext cx="11007725" cy="76200"/>
            <a:chOff x="3582472" y="2852419"/>
            <a:chExt cx="11007725" cy="76200"/>
          </a:xfrm>
        </p:grpSpPr>
        <p:sp>
          <p:nvSpPr>
            <p:cNvPr id="30" name="object 30" descr=""/>
            <p:cNvSpPr/>
            <p:nvPr/>
          </p:nvSpPr>
          <p:spPr>
            <a:xfrm>
              <a:off x="3582472" y="2890519"/>
              <a:ext cx="1296035" cy="0"/>
            </a:xfrm>
            <a:custGeom>
              <a:avLst/>
              <a:gdLst/>
              <a:ahLst/>
              <a:cxnLst/>
              <a:rect l="l" t="t" r="r" b="b"/>
              <a:pathLst>
                <a:path w="1296035" h="0">
                  <a:moveTo>
                    <a:pt x="0" y="0"/>
                  </a:moveTo>
                  <a:lnTo>
                    <a:pt x="1295553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82788" y="2861944"/>
              <a:ext cx="38099" cy="57149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4882788" y="2861944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0" y="0"/>
                  </a:moveTo>
                  <a:lnTo>
                    <a:pt x="38099" y="28574"/>
                  </a:lnTo>
                  <a:lnTo>
                    <a:pt x="0" y="571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6804660" y="2890519"/>
              <a:ext cx="1296035" cy="0"/>
            </a:xfrm>
            <a:custGeom>
              <a:avLst/>
              <a:gdLst/>
              <a:ahLst/>
              <a:cxnLst/>
              <a:rect l="l" t="t" r="r" b="b"/>
              <a:pathLst>
                <a:path w="1296034" h="0">
                  <a:moveTo>
                    <a:pt x="0" y="0"/>
                  </a:moveTo>
                  <a:lnTo>
                    <a:pt x="1295553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104976" y="2861944"/>
              <a:ext cx="38099" cy="57149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8104976" y="2861944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0" y="0"/>
                  </a:moveTo>
                  <a:lnTo>
                    <a:pt x="38099" y="28574"/>
                  </a:lnTo>
                  <a:lnTo>
                    <a:pt x="0" y="571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 descr=""/>
            <p:cNvSpPr/>
            <p:nvPr/>
          </p:nvSpPr>
          <p:spPr>
            <a:xfrm>
              <a:off x="10019721" y="2890519"/>
              <a:ext cx="1296035" cy="0"/>
            </a:xfrm>
            <a:custGeom>
              <a:avLst/>
              <a:gdLst/>
              <a:ahLst/>
              <a:cxnLst/>
              <a:rect l="l" t="t" r="r" b="b"/>
              <a:pathLst>
                <a:path w="1296034" h="0">
                  <a:moveTo>
                    <a:pt x="0" y="0"/>
                  </a:moveTo>
                  <a:lnTo>
                    <a:pt x="1295553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1320036" y="2861944"/>
              <a:ext cx="38099" cy="57149"/>
            </a:xfrm>
            <a:prstGeom prst="rect">
              <a:avLst/>
            </a:prstGeom>
          </p:spPr>
        </p:pic>
        <p:sp>
          <p:nvSpPr>
            <p:cNvPr id="38" name="object 38" descr=""/>
            <p:cNvSpPr/>
            <p:nvPr/>
          </p:nvSpPr>
          <p:spPr>
            <a:xfrm>
              <a:off x="11320036" y="2861944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0" y="0"/>
                  </a:moveTo>
                  <a:lnTo>
                    <a:pt x="38099" y="28574"/>
                  </a:lnTo>
                  <a:lnTo>
                    <a:pt x="0" y="571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 descr=""/>
            <p:cNvSpPr/>
            <p:nvPr/>
          </p:nvSpPr>
          <p:spPr>
            <a:xfrm>
              <a:off x="13241908" y="2890519"/>
              <a:ext cx="1296035" cy="0"/>
            </a:xfrm>
            <a:custGeom>
              <a:avLst/>
              <a:gdLst/>
              <a:ahLst/>
              <a:cxnLst/>
              <a:rect l="l" t="t" r="r" b="b"/>
              <a:pathLst>
                <a:path w="1296034" h="0">
                  <a:moveTo>
                    <a:pt x="0" y="0"/>
                  </a:moveTo>
                  <a:lnTo>
                    <a:pt x="1295553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542224" y="2861944"/>
              <a:ext cx="38099" cy="57149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14542224" y="2861944"/>
              <a:ext cx="38100" cy="57150"/>
            </a:xfrm>
            <a:custGeom>
              <a:avLst/>
              <a:gdLst/>
              <a:ahLst/>
              <a:cxnLst/>
              <a:rect l="l" t="t" r="r" b="b"/>
              <a:pathLst>
                <a:path w="38100" h="57150">
                  <a:moveTo>
                    <a:pt x="0" y="0"/>
                  </a:moveTo>
                  <a:lnTo>
                    <a:pt x="38099" y="28574"/>
                  </a:lnTo>
                  <a:lnTo>
                    <a:pt x="0" y="571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>
            <a:spLocks noGrp="1"/>
          </p:cNvSpPr>
          <p:nvPr>
            <p:ph type="title"/>
          </p:nvPr>
        </p:nvSpPr>
        <p:spPr>
          <a:xfrm>
            <a:off x="1120106" y="387091"/>
            <a:ext cx="7761605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75"/>
              <a:t>METODOLOGÍA</a:t>
            </a:r>
            <a:r>
              <a:rPr dirty="0" sz="4800" spc="-260"/>
              <a:t> </a:t>
            </a:r>
            <a:r>
              <a:rPr dirty="0" sz="4800" spc="-110"/>
              <a:t>UTILIZADA</a:t>
            </a:r>
            <a:endParaRPr sz="4800"/>
          </a:p>
        </p:txBody>
      </p:sp>
      <p:sp>
        <p:nvSpPr>
          <p:cNvPr id="43" name="object 43" descr=""/>
          <p:cNvSpPr txBox="1"/>
          <p:nvPr/>
        </p:nvSpPr>
        <p:spPr>
          <a:xfrm>
            <a:off x="2097447" y="4029681"/>
            <a:ext cx="108077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ANALISIS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4" name="object 44" descr=""/>
          <p:cNvSpPr txBox="1"/>
          <p:nvPr/>
        </p:nvSpPr>
        <p:spPr>
          <a:xfrm>
            <a:off x="5158201" y="3850876"/>
            <a:ext cx="1402080" cy="6305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97485" marR="5080" indent="-185420">
              <a:lnSpc>
                <a:spcPct val="110300"/>
              </a:lnSpc>
              <a:spcBef>
                <a:spcPts val="95"/>
              </a:spcBef>
            </a:pPr>
            <a:r>
              <a:rPr dirty="0" sz="1800" b="1">
                <a:solidFill>
                  <a:srgbClr val="FFFFFF"/>
                </a:solidFill>
                <a:latin typeface="Arial"/>
                <a:cs typeface="Arial"/>
              </a:rPr>
              <a:t>DISEÑO</a:t>
            </a:r>
            <a:r>
              <a:rPr dirty="0" sz="1800" spc="-55" b="1">
                <a:solidFill>
                  <a:srgbClr val="FFFFFF"/>
                </a:solidFill>
                <a:latin typeface="Arial"/>
                <a:cs typeface="Arial"/>
              </a:rPr>
              <a:t> DEL </a:t>
            </a: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SISTEMA</a:t>
            </a:r>
            <a:endParaRPr sz="1800">
              <a:latin typeface="Arial"/>
              <a:cs typeface="Arial"/>
            </a:endParaRPr>
          </a:p>
        </p:txBody>
      </p:sp>
      <p:sp>
        <p:nvSpPr>
          <p:cNvPr id="45" name="object 45" descr=""/>
          <p:cNvSpPr txBox="1"/>
          <p:nvPr/>
        </p:nvSpPr>
        <p:spPr>
          <a:xfrm>
            <a:off x="8290749" y="4029681"/>
            <a:ext cx="157988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40" b="1">
                <a:solidFill>
                  <a:srgbClr val="FFFFFF"/>
                </a:solidFill>
                <a:latin typeface="Arial"/>
                <a:cs typeface="Arial"/>
              </a:rPr>
              <a:t>DESARROLLO</a:t>
            </a:r>
            <a:endParaRPr sz="1800">
              <a:latin typeface="Arial"/>
              <a:cs typeface="Arial"/>
            </a:endParaRPr>
          </a:p>
        </p:txBody>
      </p:sp>
      <p:sp>
        <p:nvSpPr>
          <p:cNvPr id="46" name="object 46" descr=""/>
          <p:cNvSpPr txBox="1"/>
          <p:nvPr/>
        </p:nvSpPr>
        <p:spPr>
          <a:xfrm>
            <a:off x="11762780" y="4029681"/>
            <a:ext cx="107886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65" b="1">
                <a:solidFill>
                  <a:srgbClr val="FFFFFF"/>
                </a:solidFill>
                <a:latin typeface="Arial"/>
                <a:cs typeface="Arial"/>
              </a:rPr>
              <a:t>PRUEBAS</a:t>
            </a:r>
            <a:endParaRPr sz="1800">
              <a:latin typeface="Arial"/>
              <a:cs typeface="Arial"/>
            </a:endParaRPr>
          </a:p>
        </p:txBody>
      </p:sp>
      <p:sp>
        <p:nvSpPr>
          <p:cNvPr id="47" name="object 47" descr=""/>
          <p:cNvSpPr txBox="1"/>
          <p:nvPr/>
        </p:nvSpPr>
        <p:spPr>
          <a:xfrm>
            <a:off x="14450370" y="4029681"/>
            <a:ext cx="214630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10" b="1">
                <a:solidFill>
                  <a:srgbClr val="FFFFFF"/>
                </a:solidFill>
                <a:latin typeface="Arial"/>
                <a:cs typeface="Arial"/>
              </a:rPr>
              <a:t>IMPLEMENTACION</a:t>
            </a:r>
            <a:endParaRPr sz="1800">
              <a:latin typeface="Arial"/>
              <a:cs typeface="Arial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1428140" y="5607588"/>
            <a:ext cx="2419350" cy="1739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635">
              <a:lnSpc>
                <a:spcPct val="122300"/>
              </a:lnSpc>
              <a:spcBef>
                <a:spcPts val="95"/>
              </a:spcBef>
            </a:pPr>
            <a:r>
              <a:rPr dirty="0" sz="2300" spc="-50" b="1">
                <a:solidFill>
                  <a:srgbClr val="FFFFFF"/>
                </a:solidFill>
                <a:latin typeface="Arial"/>
                <a:cs typeface="Arial"/>
              </a:rPr>
              <a:t>Análisis</a:t>
            </a:r>
            <a:r>
              <a:rPr dirty="0" sz="23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60" b="1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2300" b="1">
                <a:solidFill>
                  <a:srgbClr val="FFFFFF"/>
                </a:solidFill>
                <a:latin typeface="Arial"/>
                <a:cs typeface="Arial"/>
              </a:rPr>
              <a:t>requerimientos</a:t>
            </a:r>
            <a:r>
              <a:rPr dirty="0" sz="2300" spc="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50" b="1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dirty="0" sz="2300" spc="-10" b="1">
                <a:solidFill>
                  <a:srgbClr val="FFFFFF"/>
                </a:solidFill>
                <a:latin typeface="Arial"/>
                <a:cs typeface="Arial"/>
              </a:rPr>
              <a:t>Levantamiento </a:t>
            </a:r>
            <a:r>
              <a:rPr dirty="0" sz="2300" spc="8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300" spc="-1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FFFFFF"/>
                </a:solidFill>
                <a:latin typeface="Arial"/>
                <a:cs typeface="Arial"/>
              </a:rPr>
              <a:t>información</a:t>
            </a:r>
            <a:endParaRPr sz="2300">
              <a:latin typeface="Arial"/>
              <a:cs typeface="Arial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4575660" y="5607588"/>
            <a:ext cx="2597150" cy="1739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>
              <a:lnSpc>
                <a:spcPct val="122300"/>
              </a:lnSpc>
              <a:spcBef>
                <a:spcPts val="95"/>
              </a:spcBef>
            </a:pPr>
            <a:r>
              <a:rPr dirty="0" sz="2300" spc="-10" b="1">
                <a:solidFill>
                  <a:srgbClr val="FFFFFF"/>
                </a:solidFill>
                <a:latin typeface="Arial"/>
                <a:cs typeface="Arial"/>
              </a:rPr>
              <a:t>Definición</a:t>
            </a:r>
            <a:r>
              <a:rPr dirty="0" sz="23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60" b="1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2300" b="1">
                <a:solidFill>
                  <a:srgbClr val="FFFFFF"/>
                </a:solidFill>
                <a:latin typeface="Arial"/>
                <a:cs typeface="Arial"/>
              </a:rPr>
              <a:t>arquitectura,</a:t>
            </a:r>
            <a:r>
              <a:rPr dirty="0" sz="2300" spc="20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20" b="1">
                <a:solidFill>
                  <a:srgbClr val="FFFFFF"/>
                </a:solidFill>
                <a:latin typeface="Arial"/>
                <a:cs typeface="Arial"/>
              </a:rPr>
              <a:t>base </a:t>
            </a:r>
            <a:r>
              <a:rPr dirty="0" sz="2300" spc="8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3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dirty="0" sz="23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50" b="1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dirty="0" sz="2300" spc="-10" b="1">
                <a:solidFill>
                  <a:srgbClr val="FFFFFF"/>
                </a:solidFill>
                <a:latin typeface="Arial"/>
                <a:cs typeface="Arial"/>
              </a:rPr>
              <a:t>componentes.</a:t>
            </a:r>
            <a:endParaRPr sz="2300">
              <a:latin typeface="Arial"/>
              <a:cs typeface="Arial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7717039" y="5674263"/>
            <a:ext cx="2758440" cy="17399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635">
              <a:lnSpc>
                <a:spcPct val="122300"/>
              </a:lnSpc>
              <a:spcBef>
                <a:spcPts val="95"/>
              </a:spcBef>
            </a:pPr>
            <a:r>
              <a:rPr dirty="0" sz="2300" spc="-30" b="1">
                <a:solidFill>
                  <a:srgbClr val="FFFFFF"/>
                </a:solidFill>
                <a:latin typeface="Arial"/>
                <a:cs typeface="Arial"/>
              </a:rPr>
              <a:t>Programación</a:t>
            </a:r>
            <a:r>
              <a:rPr dirty="0" sz="23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60" b="1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2300" b="1">
                <a:solidFill>
                  <a:srgbClr val="FFFFFF"/>
                </a:solidFill>
                <a:latin typeface="Arial"/>
                <a:cs typeface="Arial"/>
              </a:rPr>
              <a:t>backend</a:t>
            </a:r>
            <a:r>
              <a:rPr dirty="0" sz="2300" spc="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FFFFFF"/>
                </a:solidFill>
                <a:latin typeface="Arial"/>
                <a:cs typeface="Arial"/>
              </a:rPr>
              <a:t>(NestJS)</a:t>
            </a:r>
            <a:r>
              <a:rPr dirty="0" sz="2300" spc="50" b="1">
                <a:solidFill>
                  <a:srgbClr val="FFFFFF"/>
                </a:solidFill>
                <a:latin typeface="Arial"/>
                <a:cs typeface="Arial"/>
              </a:rPr>
              <a:t> y </a:t>
            </a:r>
            <a:r>
              <a:rPr dirty="0" sz="2300" b="1">
                <a:solidFill>
                  <a:srgbClr val="FFFFFF"/>
                </a:solidFill>
                <a:latin typeface="Arial"/>
                <a:cs typeface="Arial"/>
              </a:rPr>
              <a:t>frontend</a:t>
            </a:r>
            <a:r>
              <a:rPr dirty="0" sz="230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FFFFFF"/>
                </a:solidFill>
                <a:latin typeface="Arial"/>
                <a:cs typeface="Arial"/>
              </a:rPr>
              <a:t>(Next.js</a:t>
            </a:r>
            <a:r>
              <a:rPr dirty="0" sz="2300" spc="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280" b="1">
                <a:solidFill>
                  <a:srgbClr val="FFFFFF"/>
                </a:solidFill>
                <a:latin typeface="Arial"/>
                <a:cs typeface="Arial"/>
              </a:rPr>
              <a:t>/ </a:t>
            </a:r>
            <a:r>
              <a:rPr dirty="0" sz="2300" b="1">
                <a:solidFill>
                  <a:srgbClr val="FFFFFF"/>
                </a:solidFill>
                <a:latin typeface="Arial"/>
                <a:cs typeface="Arial"/>
              </a:rPr>
              <a:t>React</a:t>
            </a:r>
            <a:r>
              <a:rPr dirty="0" sz="230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60" b="1">
                <a:solidFill>
                  <a:srgbClr val="FFFFFF"/>
                </a:solidFill>
                <a:latin typeface="Arial"/>
                <a:cs typeface="Arial"/>
              </a:rPr>
              <a:t>js</a:t>
            </a:r>
            <a:r>
              <a:rPr dirty="0" sz="23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330" b="1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dirty="0" sz="230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10" b="1">
                <a:solidFill>
                  <a:srgbClr val="FFFFFF"/>
                </a:solidFill>
                <a:latin typeface="Arial"/>
                <a:cs typeface="Arial"/>
              </a:rPr>
              <a:t>Native).</a:t>
            </a:r>
            <a:endParaRPr sz="2300">
              <a:latin typeface="Arial"/>
              <a:cs typeface="Arial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11536087" y="5674263"/>
            <a:ext cx="1562735" cy="13112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700" marR="5080" indent="-635">
              <a:lnSpc>
                <a:spcPct val="122300"/>
              </a:lnSpc>
              <a:spcBef>
                <a:spcPts val="95"/>
              </a:spcBef>
            </a:pPr>
            <a:r>
              <a:rPr dirty="0" sz="2300" spc="-10" b="1">
                <a:solidFill>
                  <a:srgbClr val="FFFFFF"/>
                </a:solidFill>
                <a:latin typeface="Arial"/>
                <a:cs typeface="Arial"/>
              </a:rPr>
              <a:t>Validación funcional</a:t>
            </a:r>
            <a:r>
              <a:rPr dirty="0" sz="230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50" b="1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dirty="0" sz="2300" spc="40" b="1">
                <a:solidFill>
                  <a:srgbClr val="FFFFFF"/>
                </a:solidFill>
                <a:latin typeface="Arial"/>
                <a:cs typeface="Arial"/>
              </a:rPr>
              <a:t>técnica</a:t>
            </a:r>
            <a:endParaRPr sz="2300">
              <a:latin typeface="Arial"/>
              <a:cs typeface="Arial"/>
            </a:endParaRPr>
          </a:p>
        </p:txBody>
      </p:sp>
      <p:sp>
        <p:nvSpPr>
          <p:cNvPr id="52" name="object 52" descr=""/>
          <p:cNvSpPr txBox="1"/>
          <p:nvPr/>
        </p:nvSpPr>
        <p:spPr>
          <a:xfrm>
            <a:off x="14225020" y="5656179"/>
            <a:ext cx="2597150" cy="1330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24100"/>
              </a:lnSpc>
              <a:spcBef>
                <a:spcPts val="95"/>
              </a:spcBef>
            </a:pPr>
            <a:r>
              <a:rPr dirty="0" sz="2300" spc="-10" b="1">
                <a:solidFill>
                  <a:srgbClr val="FFFFFF"/>
                </a:solidFill>
                <a:latin typeface="Arial"/>
                <a:cs typeface="Arial"/>
              </a:rPr>
              <a:t>Despliegue</a:t>
            </a:r>
            <a:r>
              <a:rPr dirty="0" sz="230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-25" b="1">
                <a:solidFill>
                  <a:srgbClr val="FFFFFF"/>
                </a:solidFill>
                <a:latin typeface="Arial"/>
                <a:cs typeface="Arial"/>
              </a:rPr>
              <a:t>en </a:t>
            </a:r>
            <a:r>
              <a:rPr dirty="0" sz="2300" spc="-50" b="1">
                <a:solidFill>
                  <a:srgbClr val="FFFFFF"/>
                </a:solidFill>
                <a:latin typeface="Arial"/>
                <a:cs typeface="Arial"/>
              </a:rPr>
              <a:t>Railway</a:t>
            </a:r>
            <a:r>
              <a:rPr dirty="0" sz="2300" spc="-1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10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300" spc="-1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b="1">
                <a:solidFill>
                  <a:srgbClr val="FFFFFF"/>
                </a:solidFill>
                <a:latin typeface="Arial"/>
                <a:cs typeface="Arial"/>
              </a:rPr>
              <a:t>Docker</a:t>
            </a:r>
            <a:r>
              <a:rPr dirty="0" sz="2300" spc="-1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300" spc="405" b="1">
                <a:solidFill>
                  <a:srgbClr val="FFFFFF"/>
                </a:solidFill>
                <a:latin typeface="Arial"/>
                <a:cs typeface="Arial"/>
              </a:rPr>
              <a:t>- </a:t>
            </a:r>
            <a:r>
              <a:rPr dirty="0" sz="2300" spc="-10" b="1">
                <a:solidFill>
                  <a:srgbClr val="FFFFFF"/>
                </a:solidFill>
                <a:latin typeface="Arial"/>
                <a:cs typeface="Arial"/>
              </a:rPr>
              <a:t>Documentación</a:t>
            </a:r>
            <a:endParaRPr sz="2300">
              <a:latin typeface="Arial"/>
              <a:cs typeface="Arial"/>
            </a:endParaRPr>
          </a:p>
        </p:txBody>
      </p:sp>
      <p:sp>
        <p:nvSpPr>
          <p:cNvPr id="53" name="object 53" descr=""/>
          <p:cNvSpPr txBox="1"/>
          <p:nvPr/>
        </p:nvSpPr>
        <p:spPr>
          <a:xfrm>
            <a:off x="1186728" y="1373167"/>
            <a:ext cx="840549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72179" algn="l"/>
              </a:tabLst>
            </a:pPr>
            <a:r>
              <a:rPr dirty="0" sz="3500" spc="-100" b="1">
                <a:solidFill>
                  <a:srgbClr val="FFFFFF"/>
                </a:solidFill>
                <a:latin typeface="Arial"/>
                <a:cs typeface="Arial"/>
              </a:rPr>
              <a:t>CASCADA</a:t>
            </a:r>
            <a:r>
              <a:rPr dirty="0" sz="3500" spc="-1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500" spc="-25" b="1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dirty="0" sz="35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3500" spc="-155" b="1">
                <a:solidFill>
                  <a:srgbClr val="FFFFFF"/>
                </a:solidFill>
                <a:latin typeface="Arial"/>
                <a:cs typeface="Arial"/>
              </a:rPr>
              <a:t>ENFOQUE</a:t>
            </a:r>
            <a:r>
              <a:rPr dirty="0" sz="350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3500" spc="-114" b="1">
                <a:solidFill>
                  <a:srgbClr val="FFFFFF"/>
                </a:solidFill>
                <a:latin typeface="Arial"/>
                <a:cs typeface="Arial"/>
              </a:rPr>
              <a:t>SECUENCIAL</a:t>
            </a:r>
            <a:endParaRPr sz="3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1931835" y="4468405"/>
              <a:ext cx="14527530" cy="2045970"/>
            </a:xfrm>
            <a:custGeom>
              <a:avLst/>
              <a:gdLst/>
              <a:ahLst/>
              <a:cxnLst/>
              <a:rect l="l" t="t" r="r" b="b"/>
              <a:pathLst>
                <a:path w="14527530" h="2045970">
                  <a:moveTo>
                    <a:pt x="14527530" y="0"/>
                  </a:moveTo>
                  <a:lnTo>
                    <a:pt x="14470380" y="0"/>
                  </a:lnTo>
                  <a:lnTo>
                    <a:pt x="14470380" y="997902"/>
                  </a:lnTo>
                  <a:lnTo>
                    <a:pt x="12115800" y="997902"/>
                  </a:lnTo>
                  <a:lnTo>
                    <a:pt x="12115800" y="616902"/>
                  </a:lnTo>
                  <a:lnTo>
                    <a:pt x="12058650" y="616902"/>
                  </a:lnTo>
                  <a:lnTo>
                    <a:pt x="12058650" y="997902"/>
                  </a:lnTo>
                  <a:lnTo>
                    <a:pt x="9704070" y="997902"/>
                  </a:lnTo>
                  <a:lnTo>
                    <a:pt x="9704070" y="0"/>
                  </a:lnTo>
                  <a:lnTo>
                    <a:pt x="9646920" y="0"/>
                  </a:lnTo>
                  <a:lnTo>
                    <a:pt x="9646920" y="997902"/>
                  </a:lnTo>
                  <a:lnTo>
                    <a:pt x="7292340" y="997902"/>
                  </a:lnTo>
                  <a:lnTo>
                    <a:pt x="7292340" y="616902"/>
                  </a:lnTo>
                  <a:lnTo>
                    <a:pt x="7235190" y="616902"/>
                  </a:lnTo>
                  <a:lnTo>
                    <a:pt x="7235190" y="997902"/>
                  </a:lnTo>
                  <a:lnTo>
                    <a:pt x="4880610" y="997902"/>
                  </a:lnTo>
                  <a:lnTo>
                    <a:pt x="4880610" y="0"/>
                  </a:lnTo>
                  <a:lnTo>
                    <a:pt x="4823460" y="0"/>
                  </a:lnTo>
                  <a:lnTo>
                    <a:pt x="4823460" y="997902"/>
                  </a:lnTo>
                  <a:lnTo>
                    <a:pt x="2468880" y="997902"/>
                  </a:lnTo>
                  <a:lnTo>
                    <a:pt x="2468880" y="616902"/>
                  </a:lnTo>
                  <a:lnTo>
                    <a:pt x="2411730" y="616902"/>
                  </a:lnTo>
                  <a:lnTo>
                    <a:pt x="2411730" y="997902"/>
                  </a:lnTo>
                  <a:lnTo>
                    <a:pt x="57150" y="997902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1428750"/>
                  </a:lnTo>
                  <a:lnTo>
                    <a:pt x="57150" y="1428750"/>
                  </a:lnTo>
                  <a:lnTo>
                    <a:pt x="57150" y="1055052"/>
                  </a:lnTo>
                  <a:lnTo>
                    <a:pt x="2411730" y="1055052"/>
                  </a:lnTo>
                  <a:lnTo>
                    <a:pt x="2411730" y="2045652"/>
                  </a:lnTo>
                  <a:lnTo>
                    <a:pt x="2468880" y="2045652"/>
                  </a:lnTo>
                  <a:lnTo>
                    <a:pt x="2468880" y="1055052"/>
                  </a:lnTo>
                  <a:lnTo>
                    <a:pt x="4823460" y="1055052"/>
                  </a:lnTo>
                  <a:lnTo>
                    <a:pt x="4823460" y="1428750"/>
                  </a:lnTo>
                  <a:lnTo>
                    <a:pt x="4880610" y="1428750"/>
                  </a:lnTo>
                  <a:lnTo>
                    <a:pt x="4880610" y="1055052"/>
                  </a:lnTo>
                  <a:lnTo>
                    <a:pt x="7235190" y="1055052"/>
                  </a:lnTo>
                  <a:lnTo>
                    <a:pt x="7235190" y="2045652"/>
                  </a:lnTo>
                  <a:lnTo>
                    <a:pt x="7292340" y="2045652"/>
                  </a:lnTo>
                  <a:lnTo>
                    <a:pt x="7292340" y="1055052"/>
                  </a:lnTo>
                  <a:lnTo>
                    <a:pt x="9646920" y="1055052"/>
                  </a:lnTo>
                  <a:lnTo>
                    <a:pt x="9646920" y="1428750"/>
                  </a:lnTo>
                  <a:lnTo>
                    <a:pt x="9704070" y="1428750"/>
                  </a:lnTo>
                  <a:lnTo>
                    <a:pt x="9704070" y="1055052"/>
                  </a:lnTo>
                  <a:lnTo>
                    <a:pt x="12058650" y="1055052"/>
                  </a:lnTo>
                  <a:lnTo>
                    <a:pt x="12058650" y="2045652"/>
                  </a:lnTo>
                  <a:lnTo>
                    <a:pt x="12115800" y="2045652"/>
                  </a:lnTo>
                  <a:lnTo>
                    <a:pt x="12115800" y="1055052"/>
                  </a:lnTo>
                  <a:lnTo>
                    <a:pt x="14470380" y="1055052"/>
                  </a:lnTo>
                  <a:lnTo>
                    <a:pt x="14470380" y="1428750"/>
                  </a:lnTo>
                  <a:lnTo>
                    <a:pt x="14527530" y="1428750"/>
                  </a:lnTo>
                  <a:lnTo>
                    <a:pt x="14527530" y="0"/>
                  </a:lnTo>
                  <a:close/>
                </a:path>
              </a:pathLst>
            </a:custGeom>
            <a:solidFill>
              <a:srgbClr val="20E4F5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519804" y="4212492"/>
              <a:ext cx="876300" cy="876300"/>
            </a:xfrm>
            <a:custGeom>
              <a:avLst/>
              <a:gdLst/>
              <a:ahLst/>
              <a:cxnLst/>
              <a:rect l="l" t="t" r="r" b="b"/>
              <a:pathLst>
                <a:path w="876300" h="876300">
                  <a:moveTo>
                    <a:pt x="496903" y="876300"/>
                  </a:moveTo>
                  <a:lnTo>
                    <a:pt x="383117" y="876300"/>
                  </a:lnTo>
                  <a:lnTo>
                    <a:pt x="375447" y="875258"/>
                  </a:lnTo>
                  <a:lnTo>
                    <a:pt x="333096" y="866834"/>
                  </a:lnTo>
                  <a:lnTo>
                    <a:pt x="291775" y="854299"/>
                  </a:lnTo>
                  <a:lnTo>
                    <a:pt x="251881" y="837775"/>
                  </a:lnTo>
                  <a:lnTo>
                    <a:pt x="213799" y="817419"/>
                  </a:lnTo>
                  <a:lnTo>
                    <a:pt x="177896" y="793430"/>
                  </a:lnTo>
                  <a:lnTo>
                    <a:pt x="144517" y="766036"/>
                  </a:lnTo>
                  <a:lnTo>
                    <a:pt x="113983" y="735503"/>
                  </a:lnTo>
                  <a:lnTo>
                    <a:pt x="86590" y="702124"/>
                  </a:lnTo>
                  <a:lnTo>
                    <a:pt x="62600" y="666220"/>
                  </a:lnTo>
                  <a:lnTo>
                    <a:pt x="42245" y="628138"/>
                  </a:lnTo>
                  <a:lnTo>
                    <a:pt x="25720" y="588245"/>
                  </a:lnTo>
                  <a:lnTo>
                    <a:pt x="13186" y="546924"/>
                  </a:lnTo>
                  <a:lnTo>
                    <a:pt x="4762" y="504573"/>
                  </a:lnTo>
                  <a:lnTo>
                    <a:pt x="529" y="461600"/>
                  </a:lnTo>
                  <a:lnTo>
                    <a:pt x="0" y="440010"/>
                  </a:lnTo>
                  <a:lnTo>
                    <a:pt x="132" y="429208"/>
                  </a:lnTo>
                  <a:lnTo>
                    <a:pt x="3309" y="386145"/>
                  </a:lnTo>
                  <a:lnTo>
                    <a:pt x="10691" y="343600"/>
                  </a:lnTo>
                  <a:lnTo>
                    <a:pt x="22208" y="301983"/>
                  </a:lnTo>
                  <a:lnTo>
                    <a:pt x="37749" y="261696"/>
                  </a:lnTo>
                  <a:lnTo>
                    <a:pt x="57164" y="223127"/>
                  </a:lnTo>
                  <a:lnTo>
                    <a:pt x="80266" y="186645"/>
                  </a:lnTo>
                  <a:lnTo>
                    <a:pt x="106832" y="152604"/>
                  </a:lnTo>
                  <a:lnTo>
                    <a:pt x="136607" y="121331"/>
                  </a:lnTo>
                  <a:lnTo>
                    <a:pt x="169304" y="93127"/>
                  </a:lnTo>
                  <a:lnTo>
                    <a:pt x="204608" y="68264"/>
                  </a:lnTo>
                  <a:lnTo>
                    <a:pt x="242179" y="46980"/>
                  </a:lnTo>
                  <a:lnTo>
                    <a:pt x="281655" y="29482"/>
                  </a:lnTo>
                  <a:lnTo>
                    <a:pt x="322657" y="15937"/>
                  </a:lnTo>
                  <a:lnTo>
                    <a:pt x="364788" y="6477"/>
                  </a:lnTo>
                  <a:lnTo>
                    <a:pt x="407644" y="1191"/>
                  </a:lnTo>
                  <a:lnTo>
                    <a:pt x="440010" y="0"/>
                  </a:lnTo>
                  <a:lnTo>
                    <a:pt x="450811" y="132"/>
                  </a:lnTo>
                  <a:lnTo>
                    <a:pt x="493875" y="3309"/>
                  </a:lnTo>
                  <a:lnTo>
                    <a:pt x="536420" y="10691"/>
                  </a:lnTo>
                  <a:lnTo>
                    <a:pt x="578036" y="22208"/>
                  </a:lnTo>
                  <a:lnTo>
                    <a:pt x="618323" y="37749"/>
                  </a:lnTo>
                  <a:lnTo>
                    <a:pt x="656893" y="57164"/>
                  </a:lnTo>
                  <a:lnTo>
                    <a:pt x="693374" y="80266"/>
                  </a:lnTo>
                  <a:lnTo>
                    <a:pt x="727415" y="106832"/>
                  </a:lnTo>
                  <a:lnTo>
                    <a:pt x="758688" y="136607"/>
                  </a:lnTo>
                  <a:lnTo>
                    <a:pt x="786892" y="169304"/>
                  </a:lnTo>
                  <a:lnTo>
                    <a:pt x="811756" y="204608"/>
                  </a:lnTo>
                  <a:lnTo>
                    <a:pt x="833039" y="242179"/>
                  </a:lnTo>
                  <a:lnTo>
                    <a:pt x="850538" y="281655"/>
                  </a:lnTo>
                  <a:lnTo>
                    <a:pt x="864082" y="322656"/>
                  </a:lnTo>
                  <a:lnTo>
                    <a:pt x="873543" y="364788"/>
                  </a:lnTo>
                  <a:lnTo>
                    <a:pt x="876300" y="383116"/>
                  </a:lnTo>
                  <a:lnTo>
                    <a:pt x="876300" y="496903"/>
                  </a:lnTo>
                  <a:lnTo>
                    <a:pt x="869328" y="536420"/>
                  </a:lnTo>
                  <a:lnTo>
                    <a:pt x="857811" y="578036"/>
                  </a:lnTo>
                  <a:lnTo>
                    <a:pt x="842270" y="618323"/>
                  </a:lnTo>
                  <a:lnTo>
                    <a:pt x="822856" y="656893"/>
                  </a:lnTo>
                  <a:lnTo>
                    <a:pt x="799754" y="693374"/>
                  </a:lnTo>
                  <a:lnTo>
                    <a:pt x="773187" y="727415"/>
                  </a:lnTo>
                  <a:lnTo>
                    <a:pt x="743412" y="758688"/>
                  </a:lnTo>
                  <a:lnTo>
                    <a:pt x="710716" y="786892"/>
                  </a:lnTo>
                  <a:lnTo>
                    <a:pt x="675412" y="811756"/>
                  </a:lnTo>
                  <a:lnTo>
                    <a:pt x="637841" y="833039"/>
                  </a:lnTo>
                  <a:lnTo>
                    <a:pt x="598364" y="850537"/>
                  </a:lnTo>
                  <a:lnTo>
                    <a:pt x="557363" y="864082"/>
                  </a:lnTo>
                  <a:lnTo>
                    <a:pt x="515232" y="873543"/>
                  </a:lnTo>
                  <a:lnTo>
                    <a:pt x="496903" y="876300"/>
                  </a:lnTo>
                  <a:close/>
                </a:path>
              </a:pathLst>
            </a:custGeom>
            <a:solidFill>
              <a:srgbClr val="2B91D5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/>
          <p:nvPr/>
        </p:nvSpPr>
        <p:spPr>
          <a:xfrm>
            <a:off x="1829257" y="4381148"/>
            <a:ext cx="2616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1</a:t>
            </a:r>
            <a:endParaRPr sz="3200">
              <a:latin typeface="Franklin Gothic Medium"/>
              <a:cs typeface="Franklin Gothic Medium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3931534" y="6020973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96905" y="876299"/>
                </a:moveTo>
                <a:lnTo>
                  <a:pt x="383114" y="876299"/>
                </a:lnTo>
                <a:lnTo>
                  <a:pt x="375447" y="875258"/>
                </a:lnTo>
                <a:lnTo>
                  <a:pt x="333096" y="866834"/>
                </a:lnTo>
                <a:lnTo>
                  <a:pt x="291775" y="854299"/>
                </a:lnTo>
                <a:lnTo>
                  <a:pt x="251881" y="837775"/>
                </a:lnTo>
                <a:lnTo>
                  <a:pt x="213799" y="817419"/>
                </a:lnTo>
                <a:lnTo>
                  <a:pt x="177896" y="793429"/>
                </a:lnTo>
                <a:lnTo>
                  <a:pt x="144517" y="766036"/>
                </a:lnTo>
                <a:lnTo>
                  <a:pt x="113983" y="735503"/>
                </a:lnTo>
                <a:lnTo>
                  <a:pt x="86590" y="702124"/>
                </a:lnTo>
                <a:lnTo>
                  <a:pt x="62600" y="666220"/>
                </a:lnTo>
                <a:lnTo>
                  <a:pt x="42245" y="628138"/>
                </a:lnTo>
                <a:lnTo>
                  <a:pt x="25720" y="588245"/>
                </a:lnTo>
                <a:lnTo>
                  <a:pt x="13186" y="546924"/>
                </a:lnTo>
                <a:lnTo>
                  <a:pt x="4762" y="504573"/>
                </a:lnTo>
                <a:lnTo>
                  <a:pt x="529" y="461600"/>
                </a:lnTo>
                <a:lnTo>
                  <a:pt x="0" y="440010"/>
                </a:lnTo>
                <a:lnTo>
                  <a:pt x="132" y="429208"/>
                </a:lnTo>
                <a:lnTo>
                  <a:pt x="3309" y="386144"/>
                </a:lnTo>
                <a:lnTo>
                  <a:pt x="10691" y="343600"/>
                </a:lnTo>
                <a:lnTo>
                  <a:pt x="22208" y="301983"/>
                </a:lnTo>
                <a:lnTo>
                  <a:pt x="37749" y="261696"/>
                </a:lnTo>
                <a:lnTo>
                  <a:pt x="57164" y="223126"/>
                </a:lnTo>
                <a:lnTo>
                  <a:pt x="80266" y="186645"/>
                </a:lnTo>
                <a:lnTo>
                  <a:pt x="106832" y="152604"/>
                </a:lnTo>
                <a:lnTo>
                  <a:pt x="136607" y="121331"/>
                </a:lnTo>
                <a:lnTo>
                  <a:pt x="169304" y="93127"/>
                </a:lnTo>
                <a:lnTo>
                  <a:pt x="204608" y="68264"/>
                </a:lnTo>
                <a:lnTo>
                  <a:pt x="242179" y="46980"/>
                </a:lnTo>
                <a:lnTo>
                  <a:pt x="281655" y="29482"/>
                </a:lnTo>
                <a:lnTo>
                  <a:pt x="322656" y="15937"/>
                </a:lnTo>
                <a:lnTo>
                  <a:pt x="364788" y="6477"/>
                </a:lnTo>
                <a:lnTo>
                  <a:pt x="407644" y="1191"/>
                </a:lnTo>
                <a:lnTo>
                  <a:pt x="440010" y="0"/>
                </a:lnTo>
                <a:lnTo>
                  <a:pt x="450811" y="132"/>
                </a:lnTo>
                <a:lnTo>
                  <a:pt x="493875" y="3309"/>
                </a:lnTo>
                <a:lnTo>
                  <a:pt x="536420" y="10691"/>
                </a:lnTo>
                <a:lnTo>
                  <a:pt x="578036" y="22208"/>
                </a:lnTo>
                <a:lnTo>
                  <a:pt x="618323" y="37749"/>
                </a:lnTo>
                <a:lnTo>
                  <a:pt x="656893" y="57164"/>
                </a:lnTo>
                <a:lnTo>
                  <a:pt x="693374" y="80266"/>
                </a:lnTo>
                <a:lnTo>
                  <a:pt x="727415" y="106832"/>
                </a:lnTo>
                <a:lnTo>
                  <a:pt x="758688" y="136607"/>
                </a:lnTo>
                <a:lnTo>
                  <a:pt x="786892" y="169304"/>
                </a:lnTo>
                <a:lnTo>
                  <a:pt x="811756" y="204608"/>
                </a:lnTo>
                <a:lnTo>
                  <a:pt x="833039" y="242179"/>
                </a:lnTo>
                <a:lnTo>
                  <a:pt x="850537" y="281655"/>
                </a:lnTo>
                <a:lnTo>
                  <a:pt x="864082" y="322656"/>
                </a:lnTo>
                <a:lnTo>
                  <a:pt x="873543" y="364788"/>
                </a:lnTo>
                <a:lnTo>
                  <a:pt x="876300" y="383116"/>
                </a:lnTo>
                <a:lnTo>
                  <a:pt x="876300" y="496903"/>
                </a:lnTo>
                <a:lnTo>
                  <a:pt x="869328" y="536420"/>
                </a:lnTo>
                <a:lnTo>
                  <a:pt x="857811" y="578036"/>
                </a:lnTo>
                <a:lnTo>
                  <a:pt x="842270" y="618323"/>
                </a:lnTo>
                <a:lnTo>
                  <a:pt x="822855" y="656893"/>
                </a:lnTo>
                <a:lnTo>
                  <a:pt x="799754" y="693374"/>
                </a:lnTo>
                <a:lnTo>
                  <a:pt x="773187" y="727415"/>
                </a:lnTo>
                <a:lnTo>
                  <a:pt x="743412" y="758688"/>
                </a:lnTo>
                <a:lnTo>
                  <a:pt x="710716" y="786892"/>
                </a:lnTo>
                <a:lnTo>
                  <a:pt x="675412" y="811756"/>
                </a:lnTo>
                <a:lnTo>
                  <a:pt x="637841" y="833039"/>
                </a:lnTo>
                <a:lnTo>
                  <a:pt x="598364" y="850537"/>
                </a:lnTo>
                <a:lnTo>
                  <a:pt x="557363" y="864082"/>
                </a:lnTo>
                <a:lnTo>
                  <a:pt x="515232" y="873543"/>
                </a:lnTo>
                <a:lnTo>
                  <a:pt x="496905" y="876299"/>
                </a:lnTo>
                <a:close/>
              </a:path>
            </a:pathLst>
          </a:custGeom>
          <a:solidFill>
            <a:srgbClr val="2B91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4240987" y="6189628"/>
            <a:ext cx="2616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2</a:t>
            </a:r>
            <a:endParaRPr sz="3200">
              <a:latin typeface="Franklin Gothic Medium"/>
              <a:cs typeface="Franklin Gothic Medium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6343264" y="4212492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96903" y="876300"/>
                </a:moveTo>
                <a:lnTo>
                  <a:pt x="383117" y="876300"/>
                </a:lnTo>
                <a:lnTo>
                  <a:pt x="375447" y="875258"/>
                </a:lnTo>
                <a:lnTo>
                  <a:pt x="333096" y="866834"/>
                </a:lnTo>
                <a:lnTo>
                  <a:pt x="291775" y="854299"/>
                </a:lnTo>
                <a:lnTo>
                  <a:pt x="251881" y="837775"/>
                </a:lnTo>
                <a:lnTo>
                  <a:pt x="213799" y="817419"/>
                </a:lnTo>
                <a:lnTo>
                  <a:pt x="177896" y="793430"/>
                </a:lnTo>
                <a:lnTo>
                  <a:pt x="144517" y="766036"/>
                </a:lnTo>
                <a:lnTo>
                  <a:pt x="113983" y="735503"/>
                </a:lnTo>
                <a:lnTo>
                  <a:pt x="86590" y="702124"/>
                </a:lnTo>
                <a:lnTo>
                  <a:pt x="62600" y="666220"/>
                </a:lnTo>
                <a:lnTo>
                  <a:pt x="42245" y="628138"/>
                </a:lnTo>
                <a:lnTo>
                  <a:pt x="25720" y="588245"/>
                </a:lnTo>
                <a:lnTo>
                  <a:pt x="13186" y="546924"/>
                </a:lnTo>
                <a:lnTo>
                  <a:pt x="4762" y="504573"/>
                </a:lnTo>
                <a:lnTo>
                  <a:pt x="529" y="461600"/>
                </a:lnTo>
                <a:lnTo>
                  <a:pt x="0" y="440010"/>
                </a:lnTo>
                <a:lnTo>
                  <a:pt x="132" y="429208"/>
                </a:lnTo>
                <a:lnTo>
                  <a:pt x="3309" y="386145"/>
                </a:lnTo>
                <a:lnTo>
                  <a:pt x="10691" y="343600"/>
                </a:lnTo>
                <a:lnTo>
                  <a:pt x="22208" y="301983"/>
                </a:lnTo>
                <a:lnTo>
                  <a:pt x="37749" y="261696"/>
                </a:lnTo>
                <a:lnTo>
                  <a:pt x="57164" y="223127"/>
                </a:lnTo>
                <a:lnTo>
                  <a:pt x="80266" y="186645"/>
                </a:lnTo>
                <a:lnTo>
                  <a:pt x="106832" y="152604"/>
                </a:lnTo>
                <a:lnTo>
                  <a:pt x="136607" y="121331"/>
                </a:lnTo>
                <a:lnTo>
                  <a:pt x="169304" y="93127"/>
                </a:lnTo>
                <a:lnTo>
                  <a:pt x="204608" y="68264"/>
                </a:lnTo>
                <a:lnTo>
                  <a:pt x="242179" y="46980"/>
                </a:lnTo>
                <a:lnTo>
                  <a:pt x="281655" y="29482"/>
                </a:lnTo>
                <a:lnTo>
                  <a:pt x="322656" y="15937"/>
                </a:lnTo>
                <a:lnTo>
                  <a:pt x="364788" y="6477"/>
                </a:lnTo>
                <a:lnTo>
                  <a:pt x="407644" y="1191"/>
                </a:lnTo>
                <a:lnTo>
                  <a:pt x="440010" y="0"/>
                </a:lnTo>
                <a:lnTo>
                  <a:pt x="450811" y="132"/>
                </a:lnTo>
                <a:lnTo>
                  <a:pt x="493875" y="3309"/>
                </a:lnTo>
                <a:lnTo>
                  <a:pt x="536420" y="10691"/>
                </a:lnTo>
                <a:lnTo>
                  <a:pt x="578036" y="22208"/>
                </a:lnTo>
                <a:lnTo>
                  <a:pt x="618323" y="37749"/>
                </a:lnTo>
                <a:lnTo>
                  <a:pt x="656893" y="57164"/>
                </a:lnTo>
                <a:lnTo>
                  <a:pt x="693374" y="80266"/>
                </a:lnTo>
                <a:lnTo>
                  <a:pt x="727415" y="106832"/>
                </a:lnTo>
                <a:lnTo>
                  <a:pt x="758688" y="136607"/>
                </a:lnTo>
                <a:lnTo>
                  <a:pt x="786892" y="169304"/>
                </a:lnTo>
                <a:lnTo>
                  <a:pt x="811756" y="204608"/>
                </a:lnTo>
                <a:lnTo>
                  <a:pt x="833039" y="242179"/>
                </a:lnTo>
                <a:lnTo>
                  <a:pt x="850537" y="281655"/>
                </a:lnTo>
                <a:lnTo>
                  <a:pt x="864082" y="322656"/>
                </a:lnTo>
                <a:lnTo>
                  <a:pt x="873543" y="364788"/>
                </a:lnTo>
                <a:lnTo>
                  <a:pt x="876300" y="383117"/>
                </a:lnTo>
                <a:lnTo>
                  <a:pt x="876300" y="496903"/>
                </a:lnTo>
                <a:lnTo>
                  <a:pt x="869328" y="536420"/>
                </a:lnTo>
                <a:lnTo>
                  <a:pt x="857811" y="578036"/>
                </a:lnTo>
                <a:lnTo>
                  <a:pt x="842270" y="618323"/>
                </a:lnTo>
                <a:lnTo>
                  <a:pt x="822855" y="656893"/>
                </a:lnTo>
                <a:lnTo>
                  <a:pt x="799754" y="693374"/>
                </a:lnTo>
                <a:lnTo>
                  <a:pt x="773187" y="727415"/>
                </a:lnTo>
                <a:lnTo>
                  <a:pt x="743412" y="758688"/>
                </a:lnTo>
                <a:lnTo>
                  <a:pt x="710715" y="786892"/>
                </a:lnTo>
                <a:lnTo>
                  <a:pt x="675412" y="811756"/>
                </a:lnTo>
                <a:lnTo>
                  <a:pt x="637841" y="833039"/>
                </a:lnTo>
                <a:lnTo>
                  <a:pt x="598364" y="850537"/>
                </a:lnTo>
                <a:lnTo>
                  <a:pt x="557363" y="864082"/>
                </a:lnTo>
                <a:lnTo>
                  <a:pt x="515232" y="873543"/>
                </a:lnTo>
                <a:lnTo>
                  <a:pt x="496903" y="876300"/>
                </a:lnTo>
                <a:close/>
              </a:path>
            </a:pathLst>
          </a:custGeom>
          <a:solidFill>
            <a:srgbClr val="2B91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6652717" y="4381148"/>
            <a:ext cx="2616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3</a:t>
            </a:r>
            <a:endParaRPr sz="3200">
              <a:latin typeface="Franklin Gothic Medium"/>
              <a:cs typeface="Franklin Gothic Medium"/>
            </a:endParaRPr>
          </a:p>
        </p:txBody>
      </p:sp>
      <p:sp>
        <p:nvSpPr>
          <p:cNvPr id="11" name="object 11" descr=""/>
          <p:cNvSpPr/>
          <p:nvPr/>
        </p:nvSpPr>
        <p:spPr>
          <a:xfrm>
            <a:off x="8754994" y="6020973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96905" y="876299"/>
                </a:moveTo>
                <a:lnTo>
                  <a:pt x="383114" y="876299"/>
                </a:lnTo>
                <a:lnTo>
                  <a:pt x="375447" y="875258"/>
                </a:lnTo>
                <a:lnTo>
                  <a:pt x="333096" y="866834"/>
                </a:lnTo>
                <a:lnTo>
                  <a:pt x="291775" y="854299"/>
                </a:lnTo>
                <a:lnTo>
                  <a:pt x="251881" y="837775"/>
                </a:lnTo>
                <a:lnTo>
                  <a:pt x="213799" y="817419"/>
                </a:lnTo>
                <a:lnTo>
                  <a:pt x="177896" y="793429"/>
                </a:lnTo>
                <a:lnTo>
                  <a:pt x="144517" y="766036"/>
                </a:lnTo>
                <a:lnTo>
                  <a:pt x="113983" y="735503"/>
                </a:lnTo>
                <a:lnTo>
                  <a:pt x="86590" y="702124"/>
                </a:lnTo>
                <a:lnTo>
                  <a:pt x="62600" y="666220"/>
                </a:lnTo>
                <a:lnTo>
                  <a:pt x="42245" y="628138"/>
                </a:lnTo>
                <a:lnTo>
                  <a:pt x="25720" y="588245"/>
                </a:lnTo>
                <a:lnTo>
                  <a:pt x="13186" y="546924"/>
                </a:lnTo>
                <a:lnTo>
                  <a:pt x="4761" y="504573"/>
                </a:lnTo>
                <a:lnTo>
                  <a:pt x="529" y="461600"/>
                </a:lnTo>
                <a:lnTo>
                  <a:pt x="0" y="440010"/>
                </a:lnTo>
                <a:lnTo>
                  <a:pt x="132" y="429208"/>
                </a:lnTo>
                <a:lnTo>
                  <a:pt x="3309" y="386144"/>
                </a:lnTo>
                <a:lnTo>
                  <a:pt x="10691" y="343600"/>
                </a:lnTo>
                <a:lnTo>
                  <a:pt x="22208" y="301983"/>
                </a:lnTo>
                <a:lnTo>
                  <a:pt x="37749" y="261696"/>
                </a:lnTo>
                <a:lnTo>
                  <a:pt x="57164" y="223126"/>
                </a:lnTo>
                <a:lnTo>
                  <a:pt x="80266" y="186645"/>
                </a:lnTo>
                <a:lnTo>
                  <a:pt x="106832" y="152604"/>
                </a:lnTo>
                <a:lnTo>
                  <a:pt x="136607" y="121331"/>
                </a:lnTo>
                <a:lnTo>
                  <a:pt x="169304" y="93127"/>
                </a:lnTo>
                <a:lnTo>
                  <a:pt x="204608" y="68264"/>
                </a:lnTo>
                <a:lnTo>
                  <a:pt x="242179" y="46980"/>
                </a:lnTo>
                <a:lnTo>
                  <a:pt x="281655" y="29482"/>
                </a:lnTo>
                <a:lnTo>
                  <a:pt x="322656" y="15937"/>
                </a:lnTo>
                <a:lnTo>
                  <a:pt x="364788" y="6477"/>
                </a:lnTo>
                <a:lnTo>
                  <a:pt x="407644" y="1191"/>
                </a:lnTo>
                <a:lnTo>
                  <a:pt x="440010" y="0"/>
                </a:lnTo>
                <a:lnTo>
                  <a:pt x="450811" y="132"/>
                </a:lnTo>
                <a:lnTo>
                  <a:pt x="493875" y="3309"/>
                </a:lnTo>
                <a:lnTo>
                  <a:pt x="536420" y="10691"/>
                </a:lnTo>
                <a:lnTo>
                  <a:pt x="578036" y="22208"/>
                </a:lnTo>
                <a:lnTo>
                  <a:pt x="618323" y="37749"/>
                </a:lnTo>
                <a:lnTo>
                  <a:pt x="656893" y="57164"/>
                </a:lnTo>
                <a:lnTo>
                  <a:pt x="693374" y="80266"/>
                </a:lnTo>
                <a:lnTo>
                  <a:pt x="727415" y="106832"/>
                </a:lnTo>
                <a:lnTo>
                  <a:pt x="758688" y="136607"/>
                </a:lnTo>
                <a:lnTo>
                  <a:pt x="786892" y="169304"/>
                </a:lnTo>
                <a:lnTo>
                  <a:pt x="811756" y="204608"/>
                </a:lnTo>
                <a:lnTo>
                  <a:pt x="833039" y="242179"/>
                </a:lnTo>
                <a:lnTo>
                  <a:pt x="850537" y="281655"/>
                </a:lnTo>
                <a:lnTo>
                  <a:pt x="864082" y="322656"/>
                </a:lnTo>
                <a:lnTo>
                  <a:pt x="873543" y="364788"/>
                </a:lnTo>
                <a:lnTo>
                  <a:pt x="876300" y="383117"/>
                </a:lnTo>
                <a:lnTo>
                  <a:pt x="876300" y="496902"/>
                </a:lnTo>
                <a:lnTo>
                  <a:pt x="869328" y="536420"/>
                </a:lnTo>
                <a:lnTo>
                  <a:pt x="857811" y="578036"/>
                </a:lnTo>
                <a:lnTo>
                  <a:pt x="842270" y="618323"/>
                </a:lnTo>
                <a:lnTo>
                  <a:pt x="822855" y="656893"/>
                </a:lnTo>
                <a:lnTo>
                  <a:pt x="799754" y="693374"/>
                </a:lnTo>
                <a:lnTo>
                  <a:pt x="773187" y="727415"/>
                </a:lnTo>
                <a:lnTo>
                  <a:pt x="743412" y="758688"/>
                </a:lnTo>
                <a:lnTo>
                  <a:pt x="710715" y="786892"/>
                </a:lnTo>
                <a:lnTo>
                  <a:pt x="675412" y="811756"/>
                </a:lnTo>
                <a:lnTo>
                  <a:pt x="637840" y="833039"/>
                </a:lnTo>
                <a:lnTo>
                  <a:pt x="598364" y="850537"/>
                </a:lnTo>
                <a:lnTo>
                  <a:pt x="557363" y="864082"/>
                </a:lnTo>
                <a:lnTo>
                  <a:pt x="515232" y="873543"/>
                </a:lnTo>
                <a:lnTo>
                  <a:pt x="496905" y="876299"/>
                </a:lnTo>
                <a:close/>
              </a:path>
            </a:pathLst>
          </a:custGeom>
          <a:solidFill>
            <a:srgbClr val="2B91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9064446" y="6189628"/>
            <a:ext cx="2616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4</a:t>
            </a:r>
            <a:endParaRPr sz="3200">
              <a:latin typeface="Franklin Gothic Medium"/>
              <a:cs typeface="Franklin Gothic Medium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3578454" y="6020973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96905" y="876299"/>
                </a:moveTo>
                <a:lnTo>
                  <a:pt x="383114" y="876299"/>
                </a:lnTo>
                <a:lnTo>
                  <a:pt x="375447" y="875258"/>
                </a:lnTo>
                <a:lnTo>
                  <a:pt x="333096" y="866834"/>
                </a:lnTo>
                <a:lnTo>
                  <a:pt x="291774" y="854299"/>
                </a:lnTo>
                <a:lnTo>
                  <a:pt x="251881" y="837775"/>
                </a:lnTo>
                <a:lnTo>
                  <a:pt x="213799" y="817419"/>
                </a:lnTo>
                <a:lnTo>
                  <a:pt x="177896" y="793429"/>
                </a:lnTo>
                <a:lnTo>
                  <a:pt x="144516" y="766036"/>
                </a:lnTo>
                <a:lnTo>
                  <a:pt x="113983" y="735503"/>
                </a:lnTo>
                <a:lnTo>
                  <a:pt x="86590" y="702124"/>
                </a:lnTo>
                <a:lnTo>
                  <a:pt x="62600" y="666220"/>
                </a:lnTo>
                <a:lnTo>
                  <a:pt x="42245" y="628138"/>
                </a:lnTo>
                <a:lnTo>
                  <a:pt x="25720" y="588245"/>
                </a:lnTo>
                <a:lnTo>
                  <a:pt x="13185" y="546924"/>
                </a:lnTo>
                <a:lnTo>
                  <a:pt x="4761" y="504573"/>
                </a:lnTo>
                <a:lnTo>
                  <a:pt x="529" y="461600"/>
                </a:lnTo>
                <a:lnTo>
                  <a:pt x="0" y="440010"/>
                </a:lnTo>
                <a:lnTo>
                  <a:pt x="132" y="429208"/>
                </a:lnTo>
                <a:lnTo>
                  <a:pt x="3309" y="386144"/>
                </a:lnTo>
                <a:lnTo>
                  <a:pt x="10691" y="343600"/>
                </a:lnTo>
                <a:lnTo>
                  <a:pt x="22208" y="301983"/>
                </a:lnTo>
                <a:lnTo>
                  <a:pt x="37749" y="261696"/>
                </a:lnTo>
                <a:lnTo>
                  <a:pt x="57164" y="223126"/>
                </a:lnTo>
                <a:lnTo>
                  <a:pt x="80266" y="186645"/>
                </a:lnTo>
                <a:lnTo>
                  <a:pt x="106832" y="152604"/>
                </a:lnTo>
                <a:lnTo>
                  <a:pt x="136607" y="121331"/>
                </a:lnTo>
                <a:lnTo>
                  <a:pt x="169304" y="93127"/>
                </a:lnTo>
                <a:lnTo>
                  <a:pt x="204608" y="68264"/>
                </a:lnTo>
                <a:lnTo>
                  <a:pt x="242179" y="46980"/>
                </a:lnTo>
                <a:lnTo>
                  <a:pt x="281655" y="29482"/>
                </a:lnTo>
                <a:lnTo>
                  <a:pt x="322656" y="15937"/>
                </a:lnTo>
                <a:lnTo>
                  <a:pt x="364788" y="6477"/>
                </a:lnTo>
                <a:lnTo>
                  <a:pt x="407644" y="1191"/>
                </a:lnTo>
                <a:lnTo>
                  <a:pt x="440010" y="0"/>
                </a:lnTo>
                <a:lnTo>
                  <a:pt x="450811" y="132"/>
                </a:lnTo>
                <a:lnTo>
                  <a:pt x="493875" y="3309"/>
                </a:lnTo>
                <a:lnTo>
                  <a:pt x="536420" y="10691"/>
                </a:lnTo>
                <a:lnTo>
                  <a:pt x="578036" y="22208"/>
                </a:lnTo>
                <a:lnTo>
                  <a:pt x="618323" y="37749"/>
                </a:lnTo>
                <a:lnTo>
                  <a:pt x="656893" y="57164"/>
                </a:lnTo>
                <a:lnTo>
                  <a:pt x="693374" y="80266"/>
                </a:lnTo>
                <a:lnTo>
                  <a:pt x="727415" y="106832"/>
                </a:lnTo>
                <a:lnTo>
                  <a:pt x="758688" y="136607"/>
                </a:lnTo>
                <a:lnTo>
                  <a:pt x="786892" y="169304"/>
                </a:lnTo>
                <a:lnTo>
                  <a:pt x="811756" y="204608"/>
                </a:lnTo>
                <a:lnTo>
                  <a:pt x="833039" y="242179"/>
                </a:lnTo>
                <a:lnTo>
                  <a:pt x="850537" y="281655"/>
                </a:lnTo>
                <a:lnTo>
                  <a:pt x="864082" y="322656"/>
                </a:lnTo>
                <a:lnTo>
                  <a:pt x="873543" y="364788"/>
                </a:lnTo>
                <a:lnTo>
                  <a:pt x="876300" y="383118"/>
                </a:lnTo>
                <a:lnTo>
                  <a:pt x="876300" y="496902"/>
                </a:lnTo>
                <a:lnTo>
                  <a:pt x="869328" y="536420"/>
                </a:lnTo>
                <a:lnTo>
                  <a:pt x="857811" y="578036"/>
                </a:lnTo>
                <a:lnTo>
                  <a:pt x="842270" y="618323"/>
                </a:lnTo>
                <a:lnTo>
                  <a:pt x="822855" y="656893"/>
                </a:lnTo>
                <a:lnTo>
                  <a:pt x="799753" y="693374"/>
                </a:lnTo>
                <a:lnTo>
                  <a:pt x="773187" y="727415"/>
                </a:lnTo>
                <a:lnTo>
                  <a:pt x="743412" y="758688"/>
                </a:lnTo>
                <a:lnTo>
                  <a:pt x="710715" y="786892"/>
                </a:lnTo>
                <a:lnTo>
                  <a:pt x="675411" y="811756"/>
                </a:lnTo>
                <a:lnTo>
                  <a:pt x="637840" y="833039"/>
                </a:lnTo>
                <a:lnTo>
                  <a:pt x="598364" y="850537"/>
                </a:lnTo>
                <a:lnTo>
                  <a:pt x="557363" y="864082"/>
                </a:lnTo>
                <a:lnTo>
                  <a:pt x="515231" y="873543"/>
                </a:lnTo>
                <a:lnTo>
                  <a:pt x="496905" y="876299"/>
                </a:lnTo>
                <a:close/>
              </a:path>
            </a:pathLst>
          </a:custGeom>
          <a:solidFill>
            <a:srgbClr val="2B91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3887907" y="6189628"/>
            <a:ext cx="2616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6</a:t>
            </a:r>
            <a:endParaRPr sz="3200">
              <a:latin typeface="Franklin Gothic Medium"/>
              <a:cs typeface="Franklin Gothic Medium"/>
            </a:endParaRPr>
          </a:p>
        </p:txBody>
      </p:sp>
      <p:sp>
        <p:nvSpPr>
          <p:cNvPr id="15" name="object 15" descr=""/>
          <p:cNvSpPr/>
          <p:nvPr/>
        </p:nvSpPr>
        <p:spPr>
          <a:xfrm>
            <a:off x="15990185" y="4183917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96903" y="876300"/>
                </a:moveTo>
                <a:lnTo>
                  <a:pt x="383116" y="876300"/>
                </a:lnTo>
                <a:lnTo>
                  <a:pt x="375447" y="875258"/>
                </a:lnTo>
                <a:lnTo>
                  <a:pt x="333096" y="866834"/>
                </a:lnTo>
                <a:lnTo>
                  <a:pt x="291774" y="854299"/>
                </a:lnTo>
                <a:lnTo>
                  <a:pt x="251881" y="837775"/>
                </a:lnTo>
                <a:lnTo>
                  <a:pt x="213799" y="817419"/>
                </a:lnTo>
                <a:lnTo>
                  <a:pt x="177895" y="793430"/>
                </a:lnTo>
                <a:lnTo>
                  <a:pt x="144516" y="766036"/>
                </a:lnTo>
                <a:lnTo>
                  <a:pt x="113983" y="735503"/>
                </a:lnTo>
                <a:lnTo>
                  <a:pt x="86590" y="702124"/>
                </a:lnTo>
                <a:lnTo>
                  <a:pt x="62600" y="666220"/>
                </a:lnTo>
                <a:lnTo>
                  <a:pt x="42245" y="628138"/>
                </a:lnTo>
                <a:lnTo>
                  <a:pt x="25720" y="588245"/>
                </a:lnTo>
                <a:lnTo>
                  <a:pt x="13185" y="546924"/>
                </a:lnTo>
                <a:lnTo>
                  <a:pt x="4761" y="504573"/>
                </a:lnTo>
                <a:lnTo>
                  <a:pt x="529" y="461600"/>
                </a:lnTo>
                <a:lnTo>
                  <a:pt x="0" y="440010"/>
                </a:lnTo>
                <a:lnTo>
                  <a:pt x="132" y="429208"/>
                </a:lnTo>
                <a:lnTo>
                  <a:pt x="3308" y="386145"/>
                </a:lnTo>
                <a:lnTo>
                  <a:pt x="10691" y="343600"/>
                </a:lnTo>
                <a:lnTo>
                  <a:pt x="22208" y="301983"/>
                </a:lnTo>
                <a:lnTo>
                  <a:pt x="37749" y="261696"/>
                </a:lnTo>
                <a:lnTo>
                  <a:pt x="57164" y="223127"/>
                </a:lnTo>
                <a:lnTo>
                  <a:pt x="80265" y="186645"/>
                </a:lnTo>
                <a:lnTo>
                  <a:pt x="106832" y="152604"/>
                </a:lnTo>
                <a:lnTo>
                  <a:pt x="136607" y="121331"/>
                </a:lnTo>
                <a:lnTo>
                  <a:pt x="169304" y="93127"/>
                </a:lnTo>
                <a:lnTo>
                  <a:pt x="204608" y="68264"/>
                </a:lnTo>
                <a:lnTo>
                  <a:pt x="242179" y="46980"/>
                </a:lnTo>
                <a:lnTo>
                  <a:pt x="281655" y="29482"/>
                </a:lnTo>
                <a:lnTo>
                  <a:pt x="322656" y="15937"/>
                </a:lnTo>
                <a:lnTo>
                  <a:pt x="364788" y="6477"/>
                </a:lnTo>
                <a:lnTo>
                  <a:pt x="407644" y="1191"/>
                </a:lnTo>
                <a:lnTo>
                  <a:pt x="440010" y="0"/>
                </a:lnTo>
                <a:lnTo>
                  <a:pt x="450811" y="132"/>
                </a:lnTo>
                <a:lnTo>
                  <a:pt x="493875" y="3309"/>
                </a:lnTo>
                <a:lnTo>
                  <a:pt x="536420" y="10691"/>
                </a:lnTo>
                <a:lnTo>
                  <a:pt x="578036" y="22208"/>
                </a:lnTo>
                <a:lnTo>
                  <a:pt x="618323" y="37749"/>
                </a:lnTo>
                <a:lnTo>
                  <a:pt x="656893" y="57164"/>
                </a:lnTo>
                <a:lnTo>
                  <a:pt x="693374" y="80266"/>
                </a:lnTo>
                <a:lnTo>
                  <a:pt x="727415" y="106832"/>
                </a:lnTo>
                <a:lnTo>
                  <a:pt x="758688" y="136607"/>
                </a:lnTo>
                <a:lnTo>
                  <a:pt x="786892" y="169304"/>
                </a:lnTo>
                <a:lnTo>
                  <a:pt x="811756" y="204608"/>
                </a:lnTo>
                <a:lnTo>
                  <a:pt x="833039" y="242179"/>
                </a:lnTo>
                <a:lnTo>
                  <a:pt x="850537" y="281655"/>
                </a:lnTo>
                <a:lnTo>
                  <a:pt x="864082" y="322656"/>
                </a:lnTo>
                <a:lnTo>
                  <a:pt x="873543" y="364788"/>
                </a:lnTo>
                <a:lnTo>
                  <a:pt x="876300" y="383118"/>
                </a:lnTo>
                <a:lnTo>
                  <a:pt x="876300" y="496901"/>
                </a:lnTo>
                <a:lnTo>
                  <a:pt x="869328" y="536420"/>
                </a:lnTo>
                <a:lnTo>
                  <a:pt x="857811" y="578036"/>
                </a:lnTo>
                <a:lnTo>
                  <a:pt x="842270" y="618323"/>
                </a:lnTo>
                <a:lnTo>
                  <a:pt x="822855" y="656893"/>
                </a:lnTo>
                <a:lnTo>
                  <a:pt x="799753" y="693374"/>
                </a:lnTo>
                <a:lnTo>
                  <a:pt x="773187" y="727415"/>
                </a:lnTo>
                <a:lnTo>
                  <a:pt x="743412" y="758688"/>
                </a:lnTo>
                <a:lnTo>
                  <a:pt x="710715" y="786892"/>
                </a:lnTo>
                <a:lnTo>
                  <a:pt x="675411" y="811756"/>
                </a:lnTo>
                <a:lnTo>
                  <a:pt x="637840" y="833039"/>
                </a:lnTo>
                <a:lnTo>
                  <a:pt x="598364" y="850537"/>
                </a:lnTo>
                <a:lnTo>
                  <a:pt x="557363" y="864082"/>
                </a:lnTo>
                <a:lnTo>
                  <a:pt x="515231" y="873543"/>
                </a:lnTo>
                <a:lnTo>
                  <a:pt x="496903" y="876300"/>
                </a:lnTo>
                <a:close/>
              </a:path>
            </a:pathLst>
          </a:custGeom>
          <a:solidFill>
            <a:srgbClr val="2B91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 descr=""/>
          <p:cNvSpPr txBox="1"/>
          <p:nvPr/>
        </p:nvSpPr>
        <p:spPr>
          <a:xfrm>
            <a:off x="16299636" y="4352573"/>
            <a:ext cx="2616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7</a:t>
            </a:r>
            <a:endParaRPr sz="3200">
              <a:latin typeface="Franklin Gothic Medium"/>
              <a:cs typeface="Franklin Gothic Medium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1166725" y="4212492"/>
            <a:ext cx="876300" cy="876300"/>
          </a:xfrm>
          <a:custGeom>
            <a:avLst/>
            <a:gdLst/>
            <a:ahLst/>
            <a:cxnLst/>
            <a:rect l="l" t="t" r="r" b="b"/>
            <a:pathLst>
              <a:path w="876300" h="876300">
                <a:moveTo>
                  <a:pt x="496903" y="876300"/>
                </a:moveTo>
                <a:lnTo>
                  <a:pt x="383116" y="876300"/>
                </a:lnTo>
                <a:lnTo>
                  <a:pt x="375447" y="875258"/>
                </a:lnTo>
                <a:lnTo>
                  <a:pt x="333096" y="866834"/>
                </a:lnTo>
                <a:lnTo>
                  <a:pt x="291774" y="854299"/>
                </a:lnTo>
                <a:lnTo>
                  <a:pt x="251881" y="837775"/>
                </a:lnTo>
                <a:lnTo>
                  <a:pt x="213799" y="817419"/>
                </a:lnTo>
                <a:lnTo>
                  <a:pt x="177896" y="793430"/>
                </a:lnTo>
                <a:lnTo>
                  <a:pt x="144517" y="766036"/>
                </a:lnTo>
                <a:lnTo>
                  <a:pt x="113983" y="735503"/>
                </a:lnTo>
                <a:lnTo>
                  <a:pt x="86590" y="702124"/>
                </a:lnTo>
                <a:lnTo>
                  <a:pt x="62600" y="666220"/>
                </a:lnTo>
                <a:lnTo>
                  <a:pt x="42245" y="628138"/>
                </a:lnTo>
                <a:lnTo>
                  <a:pt x="25720" y="588245"/>
                </a:lnTo>
                <a:lnTo>
                  <a:pt x="13186" y="546924"/>
                </a:lnTo>
                <a:lnTo>
                  <a:pt x="4761" y="504573"/>
                </a:lnTo>
                <a:lnTo>
                  <a:pt x="529" y="461600"/>
                </a:lnTo>
                <a:lnTo>
                  <a:pt x="0" y="440010"/>
                </a:lnTo>
                <a:lnTo>
                  <a:pt x="132" y="429208"/>
                </a:lnTo>
                <a:lnTo>
                  <a:pt x="3309" y="386145"/>
                </a:lnTo>
                <a:lnTo>
                  <a:pt x="10691" y="343600"/>
                </a:lnTo>
                <a:lnTo>
                  <a:pt x="22208" y="301983"/>
                </a:lnTo>
                <a:lnTo>
                  <a:pt x="37749" y="261696"/>
                </a:lnTo>
                <a:lnTo>
                  <a:pt x="57164" y="223127"/>
                </a:lnTo>
                <a:lnTo>
                  <a:pt x="80266" y="186645"/>
                </a:lnTo>
                <a:lnTo>
                  <a:pt x="106832" y="152604"/>
                </a:lnTo>
                <a:lnTo>
                  <a:pt x="136607" y="121331"/>
                </a:lnTo>
                <a:lnTo>
                  <a:pt x="169304" y="93127"/>
                </a:lnTo>
                <a:lnTo>
                  <a:pt x="204608" y="68264"/>
                </a:lnTo>
                <a:lnTo>
                  <a:pt x="242179" y="46980"/>
                </a:lnTo>
                <a:lnTo>
                  <a:pt x="281655" y="29482"/>
                </a:lnTo>
                <a:lnTo>
                  <a:pt x="322656" y="15937"/>
                </a:lnTo>
                <a:lnTo>
                  <a:pt x="364788" y="6477"/>
                </a:lnTo>
                <a:lnTo>
                  <a:pt x="407644" y="1191"/>
                </a:lnTo>
                <a:lnTo>
                  <a:pt x="440010" y="0"/>
                </a:lnTo>
                <a:lnTo>
                  <a:pt x="450811" y="132"/>
                </a:lnTo>
                <a:lnTo>
                  <a:pt x="493875" y="3309"/>
                </a:lnTo>
                <a:lnTo>
                  <a:pt x="536420" y="10691"/>
                </a:lnTo>
                <a:lnTo>
                  <a:pt x="578036" y="22208"/>
                </a:lnTo>
                <a:lnTo>
                  <a:pt x="618323" y="37749"/>
                </a:lnTo>
                <a:lnTo>
                  <a:pt x="656893" y="57164"/>
                </a:lnTo>
                <a:lnTo>
                  <a:pt x="693374" y="80266"/>
                </a:lnTo>
                <a:lnTo>
                  <a:pt x="727415" y="106832"/>
                </a:lnTo>
                <a:lnTo>
                  <a:pt x="758688" y="136607"/>
                </a:lnTo>
                <a:lnTo>
                  <a:pt x="786892" y="169304"/>
                </a:lnTo>
                <a:lnTo>
                  <a:pt x="811756" y="204608"/>
                </a:lnTo>
                <a:lnTo>
                  <a:pt x="833039" y="242179"/>
                </a:lnTo>
                <a:lnTo>
                  <a:pt x="850537" y="281655"/>
                </a:lnTo>
                <a:lnTo>
                  <a:pt x="864082" y="322656"/>
                </a:lnTo>
                <a:lnTo>
                  <a:pt x="873543" y="364788"/>
                </a:lnTo>
                <a:lnTo>
                  <a:pt x="876300" y="383118"/>
                </a:lnTo>
                <a:lnTo>
                  <a:pt x="876300" y="496902"/>
                </a:lnTo>
                <a:lnTo>
                  <a:pt x="869328" y="536420"/>
                </a:lnTo>
                <a:lnTo>
                  <a:pt x="857811" y="578036"/>
                </a:lnTo>
                <a:lnTo>
                  <a:pt x="842270" y="618323"/>
                </a:lnTo>
                <a:lnTo>
                  <a:pt x="822855" y="656893"/>
                </a:lnTo>
                <a:lnTo>
                  <a:pt x="799754" y="693374"/>
                </a:lnTo>
                <a:lnTo>
                  <a:pt x="773187" y="727415"/>
                </a:lnTo>
                <a:lnTo>
                  <a:pt x="743412" y="758688"/>
                </a:lnTo>
                <a:lnTo>
                  <a:pt x="710715" y="786892"/>
                </a:lnTo>
                <a:lnTo>
                  <a:pt x="675411" y="811756"/>
                </a:lnTo>
                <a:lnTo>
                  <a:pt x="637840" y="833039"/>
                </a:lnTo>
                <a:lnTo>
                  <a:pt x="598364" y="850537"/>
                </a:lnTo>
                <a:lnTo>
                  <a:pt x="557363" y="864082"/>
                </a:lnTo>
                <a:lnTo>
                  <a:pt x="515232" y="873543"/>
                </a:lnTo>
                <a:lnTo>
                  <a:pt x="496903" y="876300"/>
                </a:lnTo>
                <a:close/>
              </a:path>
            </a:pathLst>
          </a:custGeom>
          <a:solidFill>
            <a:srgbClr val="2B91D5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1476177" y="4381148"/>
            <a:ext cx="261620" cy="513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50">
                <a:solidFill>
                  <a:srgbClr val="FFFFFF"/>
                </a:solidFill>
                <a:latin typeface="Franklin Gothic Medium"/>
                <a:cs typeface="Franklin Gothic Medium"/>
              </a:rPr>
              <a:t>5</a:t>
            </a:r>
            <a:endParaRPr sz="3200">
              <a:latin typeface="Franklin Gothic Medium"/>
              <a:cs typeface="Franklin Gothic Medium"/>
            </a:endParaRPr>
          </a:p>
        </p:txBody>
      </p:sp>
      <p:pic>
        <p:nvPicPr>
          <p:cNvPr id="19" name="object 1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944306" y="0"/>
            <a:ext cx="4314824" cy="1400174"/>
          </a:xfrm>
          <a:prstGeom prst="rect">
            <a:avLst/>
          </a:prstGeom>
        </p:spPr>
      </p:pic>
      <p:sp>
        <p:nvSpPr>
          <p:cNvPr id="20" name="object 2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3356" rIns="0" bIns="0" rtlCol="0" vert="horz">
            <a:spAutoFit/>
          </a:bodyPr>
          <a:lstStyle/>
          <a:p>
            <a:pPr marL="6263005">
              <a:lnSpc>
                <a:spcPct val="100000"/>
              </a:lnSpc>
              <a:spcBef>
                <a:spcPts val="100"/>
              </a:spcBef>
            </a:pPr>
            <a:r>
              <a:rPr dirty="0" sz="5000" spc="-80"/>
              <a:t>CRONOGRAMA</a:t>
            </a:r>
            <a:endParaRPr sz="5000"/>
          </a:p>
        </p:txBody>
      </p:sp>
      <p:sp>
        <p:nvSpPr>
          <p:cNvPr id="21" name="object 21" descr=""/>
          <p:cNvSpPr txBox="1"/>
          <p:nvPr/>
        </p:nvSpPr>
        <p:spPr>
          <a:xfrm>
            <a:off x="527183" y="6189261"/>
            <a:ext cx="2921635" cy="4064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0" spc="185">
                <a:solidFill>
                  <a:srgbClr val="FFFFFF"/>
                </a:solidFill>
                <a:latin typeface="Tahoma"/>
                <a:cs typeface="Tahoma"/>
              </a:rPr>
              <a:t>Levantamiento</a:t>
            </a:r>
            <a:r>
              <a:rPr dirty="0" sz="2500" spc="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75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endParaRPr sz="2500">
              <a:latin typeface="Tahoma"/>
              <a:cs typeface="Tahom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751765" y="6570223"/>
            <a:ext cx="2472055" cy="95885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500" spc="175">
                <a:solidFill>
                  <a:srgbClr val="FFFFFF"/>
                </a:solidFill>
                <a:latin typeface="Tahoma"/>
                <a:cs typeface="Tahoma"/>
              </a:rPr>
              <a:t>requerimientos</a:t>
            </a:r>
            <a:endParaRPr sz="2500">
              <a:latin typeface="Tahoma"/>
              <a:cs typeface="Tahoma"/>
            </a:endParaRPr>
          </a:p>
          <a:p>
            <a:pPr marL="176530">
              <a:lnSpc>
                <a:spcPct val="100000"/>
              </a:lnSpc>
              <a:spcBef>
                <a:spcPts val="675"/>
              </a:spcBef>
            </a:pPr>
            <a:r>
              <a:rPr dirty="0" sz="2500" spc="114" b="1">
                <a:solidFill>
                  <a:srgbClr val="3DD9D8"/>
                </a:solidFill>
                <a:latin typeface="Arial"/>
                <a:cs typeface="Arial"/>
              </a:rPr>
              <a:t>Semana</a:t>
            </a:r>
            <a:r>
              <a:rPr dirty="0" sz="2500" spc="150" b="1">
                <a:solidFill>
                  <a:srgbClr val="3DD9D8"/>
                </a:solidFill>
                <a:latin typeface="Arial"/>
                <a:cs typeface="Arial"/>
              </a:rPr>
              <a:t> </a:t>
            </a:r>
            <a:r>
              <a:rPr dirty="0" sz="2500" spc="-530" b="1">
                <a:solidFill>
                  <a:srgbClr val="3DD9D8"/>
                </a:solidFill>
                <a:latin typeface="Arial"/>
                <a:cs typeface="Arial"/>
              </a:rPr>
              <a:t>1</a:t>
            </a:r>
            <a:r>
              <a:rPr dirty="0" sz="2500" spc="155" b="1">
                <a:solidFill>
                  <a:srgbClr val="3DD9D8"/>
                </a:solidFill>
                <a:latin typeface="Arial"/>
                <a:cs typeface="Arial"/>
              </a:rPr>
              <a:t> </a:t>
            </a:r>
            <a:r>
              <a:rPr dirty="0" sz="2500" spc="475" b="1">
                <a:solidFill>
                  <a:srgbClr val="3DD9D8"/>
                </a:solidFill>
                <a:latin typeface="Arial"/>
                <a:cs typeface="Arial"/>
              </a:rPr>
              <a:t>-</a:t>
            </a:r>
            <a:r>
              <a:rPr dirty="0" sz="2500" spc="150" b="1">
                <a:solidFill>
                  <a:srgbClr val="3DD9D8"/>
                </a:solidFill>
                <a:latin typeface="Arial"/>
                <a:cs typeface="Arial"/>
              </a:rPr>
              <a:t> </a:t>
            </a:r>
            <a:r>
              <a:rPr dirty="0" sz="2500" spc="155" b="1">
                <a:solidFill>
                  <a:srgbClr val="3DD9D8"/>
                </a:solidFill>
                <a:latin typeface="Arial"/>
                <a:cs typeface="Arial"/>
              </a:rPr>
              <a:t>4</a:t>
            </a:r>
            <a:endParaRPr sz="2500">
              <a:latin typeface="Arial"/>
              <a:cs typeface="Arial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2544497" y="3323645"/>
            <a:ext cx="3598545" cy="142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22500"/>
              </a:lnSpc>
              <a:spcBef>
                <a:spcPts val="100"/>
              </a:spcBef>
            </a:pPr>
            <a:r>
              <a:rPr dirty="0" sz="2500" spc="170">
                <a:solidFill>
                  <a:srgbClr val="FFFFFF"/>
                </a:solidFill>
                <a:latin typeface="Tahoma"/>
                <a:cs typeface="Tahoma"/>
              </a:rPr>
              <a:t>Diseño</a:t>
            </a:r>
            <a:r>
              <a:rPr dirty="0" sz="25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200">
                <a:solidFill>
                  <a:srgbClr val="FFFFFF"/>
                </a:solidFill>
                <a:latin typeface="Tahoma"/>
                <a:cs typeface="Tahoma"/>
              </a:rPr>
              <a:t>arquitectónico </a:t>
            </a:r>
            <a:r>
              <a:rPr dirty="0" sz="2500" spc="135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2500" spc="1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20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500" spc="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90">
                <a:solidFill>
                  <a:srgbClr val="FFFFFF"/>
                </a:solidFill>
                <a:latin typeface="Tahoma"/>
                <a:cs typeface="Tahoma"/>
              </a:rPr>
              <a:t>datos</a:t>
            </a:r>
            <a:endParaRPr sz="25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dirty="0" sz="2500" spc="114" b="1">
                <a:solidFill>
                  <a:srgbClr val="3DD9D8"/>
                </a:solidFill>
                <a:latin typeface="Arial"/>
                <a:cs typeface="Arial"/>
              </a:rPr>
              <a:t>Semana</a:t>
            </a:r>
            <a:r>
              <a:rPr dirty="0" sz="2500" spc="150" b="1">
                <a:solidFill>
                  <a:srgbClr val="3DD9D8"/>
                </a:solidFill>
                <a:latin typeface="Arial"/>
                <a:cs typeface="Arial"/>
              </a:rPr>
              <a:t> 5</a:t>
            </a:r>
            <a:r>
              <a:rPr dirty="0" sz="2500" spc="155" b="1">
                <a:solidFill>
                  <a:srgbClr val="3DD9D8"/>
                </a:solidFill>
                <a:latin typeface="Arial"/>
                <a:cs typeface="Arial"/>
              </a:rPr>
              <a:t> </a:t>
            </a:r>
            <a:r>
              <a:rPr dirty="0" sz="2500" spc="475" b="1">
                <a:solidFill>
                  <a:srgbClr val="3DD9D8"/>
                </a:solidFill>
                <a:latin typeface="Arial"/>
                <a:cs typeface="Arial"/>
              </a:rPr>
              <a:t>-</a:t>
            </a:r>
            <a:r>
              <a:rPr dirty="0" sz="2500" spc="150" b="1">
                <a:solidFill>
                  <a:srgbClr val="3DD9D8"/>
                </a:solidFill>
                <a:latin typeface="Arial"/>
                <a:cs typeface="Arial"/>
              </a:rPr>
              <a:t> </a:t>
            </a:r>
            <a:r>
              <a:rPr dirty="0" sz="2500" spc="140" b="1">
                <a:solidFill>
                  <a:srgbClr val="3DD9D8"/>
                </a:solidFill>
                <a:latin typeface="Arial"/>
                <a:cs typeface="Arial"/>
              </a:rPr>
              <a:t>6</a:t>
            </a:r>
            <a:endParaRPr sz="2500">
              <a:latin typeface="Arial"/>
              <a:cs typeface="Arial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5592830" y="6064146"/>
            <a:ext cx="2437130" cy="1892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 indent="-635">
              <a:lnSpc>
                <a:spcPct val="122500"/>
              </a:lnSpc>
              <a:spcBef>
                <a:spcPts val="100"/>
              </a:spcBef>
            </a:pPr>
            <a:r>
              <a:rPr dirty="0" sz="2500" spc="145">
                <a:solidFill>
                  <a:srgbClr val="FFFFFF"/>
                </a:solidFill>
                <a:latin typeface="Tahoma"/>
                <a:cs typeface="Tahoma"/>
              </a:rPr>
              <a:t>Desarrollo </a:t>
            </a:r>
            <a:r>
              <a:rPr dirty="0" sz="2500" spc="195">
                <a:solidFill>
                  <a:srgbClr val="FFFFFF"/>
                </a:solidFill>
                <a:latin typeface="Tahoma"/>
                <a:cs typeface="Tahoma"/>
              </a:rPr>
              <a:t>Backend</a:t>
            </a:r>
            <a:r>
              <a:rPr dirty="0" sz="2500" spc="21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>
                <a:solidFill>
                  <a:srgbClr val="FFFFFF"/>
                </a:solidFill>
                <a:latin typeface="Tahoma"/>
                <a:cs typeface="Tahoma"/>
              </a:rPr>
              <a:t>(API</a:t>
            </a:r>
            <a:r>
              <a:rPr dirty="0" sz="2500" spc="2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-434">
                <a:solidFill>
                  <a:srgbClr val="FFFFFF"/>
                </a:solidFill>
                <a:latin typeface="Tahoma"/>
                <a:cs typeface="Tahoma"/>
              </a:rPr>
              <a:t>+ </a:t>
            </a:r>
            <a:r>
              <a:rPr dirty="0" sz="2500" spc="60">
                <a:solidFill>
                  <a:srgbClr val="FFFFFF"/>
                </a:solidFill>
                <a:latin typeface="Tahoma"/>
                <a:cs typeface="Tahoma"/>
              </a:rPr>
              <a:t>BD)</a:t>
            </a:r>
            <a:endParaRPr sz="25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dirty="0" sz="2500" spc="114" b="1">
                <a:solidFill>
                  <a:srgbClr val="3DD9D8"/>
                </a:solidFill>
                <a:latin typeface="Arial"/>
                <a:cs typeface="Arial"/>
              </a:rPr>
              <a:t>Semana</a:t>
            </a:r>
            <a:r>
              <a:rPr dirty="0" sz="2500" spc="130" b="1">
                <a:solidFill>
                  <a:srgbClr val="3DD9D8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3DD9D8"/>
                </a:solidFill>
                <a:latin typeface="Arial"/>
                <a:cs typeface="Arial"/>
              </a:rPr>
              <a:t>7</a:t>
            </a:r>
            <a:r>
              <a:rPr dirty="0" sz="2500" spc="135" b="1">
                <a:solidFill>
                  <a:srgbClr val="3DD9D8"/>
                </a:solidFill>
                <a:latin typeface="Arial"/>
                <a:cs typeface="Arial"/>
              </a:rPr>
              <a:t> </a:t>
            </a:r>
            <a:r>
              <a:rPr dirty="0" sz="2500" spc="475" b="1">
                <a:solidFill>
                  <a:srgbClr val="3DD9D8"/>
                </a:solidFill>
                <a:latin typeface="Arial"/>
                <a:cs typeface="Arial"/>
              </a:rPr>
              <a:t>-</a:t>
            </a:r>
            <a:r>
              <a:rPr dirty="0" sz="2500" spc="135" b="1">
                <a:solidFill>
                  <a:srgbClr val="3DD9D8"/>
                </a:solidFill>
                <a:latin typeface="Arial"/>
                <a:cs typeface="Arial"/>
              </a:rPr>
              <a:t> </a:t>
            </a:r>
            <a:r>
              <a:rPr dirty="0" sz="2500" spc="-25" b="1">
                <a:solidFill>
                  <a:srgbClr val="3DD9D8"/>
                </a:solidFill>
                <a:latin typeface="Arial"/>
                <a:cs typeface="Arial"/>
              </a:rPr>
              <a:t>10</a:t>
            </a:r>
            <a:endParaRPr sz="2500">
              <a:latin typeface="Arial"/>
              <a:cs typeface="Arial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588294" y="2856920"/>
            <a:ext cx="3213735" cy="1892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>
              <a:lnSpc>
                <a:spcPct val="122500"/>
              </a:lnSpc>
              <a:spcBef>
                <a:spcPts val="100"/>
              </a:spcBef>
            </a:pPr>
            <a:r>
              <a:rPr dirty="0" sz="2500" spc="155">
                <a:solidFill>
                  <a:srgbClr val="FFFFFF"/>
                </a:solidFill>
                <a:latin typeface="Tahoma"/>
                <a:cs typeface="Tahoma"/>
              </a:rPr>
              <a:t>Desarrollo </a:t>
            </a:r>
            <a:r>
              <a:rPr dirty="0" sz="2500" spc="170">
                <a:solidFill>
                  <a:srgbClr val="FFFFFF"/>
                </a:solidFill>
                <a:latin typeface="Tahoma"/>
                <a:cs typeface="Tahoma"/>
              </a:rPr>
              <a:t>Frontend </a:t>
            </a:r>
            <a:r>
              <a:rPr dirty="0" sz="2500" spc="125">
                <a:solidFill>
                  <a:srgbClr val="FFFFFF"/>
                </a:solidFill>
                <a:latin typeface="Tahoma"/>
                <a:cs typeface="Tahoma"/>
              </a:rPr>
              <a:t>(NextJS,</a:t>
            </a:r>
            <a:r>
              <a:rPr dirty="0" sz="2500" spc="15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65">
                <a:solidFill>
                  <a:srgbClr val="FFFFFF"/>
                </a:solidFill>
                <a:latin typeface="Tahoma"/>
                <a:cs typeface="Tahoma"/>
              </a:rPr>
              <a:t>React </a:t>
            </a:r>
            <a:r>
              <a:rPr dirty="0" sz="2500" spc="140">
                <a:solidFill>
                  <a:srgbClr val="FFFFFF"/>
                </a:solidFill>
                <a:latin typeface="Tahoma"/>
                <a:cs typeface="Tahoma"/>
              </a:rPr>
              <a:t>Native)</a:t>
            </a:r>
            <a:endParaRPr sz="25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675"/>
              </a:spcBef>
            </a:pPr>
            <a:r>
              <a:rPr dirty="0" sz="2500" spc="114" b="1">
                <a:solidFill>
                  <a:srgbClr val="3DD9D8"/>
                </a:solidFill>
                <a:latin typeface="Arial"/>
                <a:cs typeface="Arial"/>
              </a:rPr>
              <a:t>Semana</a:t>
            </a:r>
            <a:r>
              <a:rPr dirty="0" sz="2500" spc="130" b="1">
                <a:solidFill>
                  <a:srgbClr val="3DD9D8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3DD9D8"/>
                </a:solidFill>
                <a:latin typeface="Arial"/>
                <a:cs typeface="Arial"/>
              </a:rPr>
              <a:t>7</a:t>
            </a:r>
            <a:r>
              <a:rPr dirty="0" sz="2500" spc="135" b="1">
                <a:solidFill>
                  <a:srgbClr val="3DD9D8"/>
                </a:solidFill>
                <a:latin typeface="Arial"/>
                <a:cs typeface="Arial"/>
              </a:rPr>
              <a:t> </a:t>
            </a:r>
            <a:r>
              <a:rPr dirty="0" sz="2500" spc="475" b="1">
                <a:solidFill>
                  <a:srgbClr val="3DD9D8"/>
                </a:solidFill>
                <a:latin typeface="Arial"/>
                <a:cs typeface="Arial"/>
              </a:rPr>
              <a:t>-</a:t>
            </a:r>
            <a:r>
              <a:rPr dirty="0" sz="2500" spc="135" b="1">
                <a:solidFill>
                  <a:srgbClr val="3DD9D8"/>
                </a:solidFill>
                <a:latin typeface="Arial"/>
                <a:cs typeface="Arial"/>
              </a:rPr>
              <a:t> </a:t>
            </a:r>
            <a:r>
              <a:rPr dirty="0" sz="2500" spc="-25" b="1">
                <a:solidFill>
                  <a:srgbClr val="3DD9D8"/>
                </a:solidFill>
                <a:latin typeface="Arial"/>
                <a:cs typeface="Arial"/>
              </a:rPr>
              <a:t>10</a:t>
            </a:r>
            <a:endParaRPr sz="2500">
              <a:latin typeface="Arial"/>
              <a:cs typeface="Arial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10444865" y="6064146"/>
            <a:ext cx="2379980" cy="18923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700" marR="5080" indent="-635">
              <a:lnSpc>
                <a:spcPct val="122500"/>
              </a:lnSpc>
              <a:spcBef>
                <a:spcPts val="100"/>
              </a:spcBef>
            </a:pPr>
            <a:r>
              <a:rPr dirty="0" sz="2500" spc="180">
                <a:solidFill>
                  <a:srgbClr val="FFFFFF"/>
                </a:solidFill>
                <a:latin typeface="Tahoma"/>
                <a:cs typeface="Tahoma"/>
              </a:rPr>
              <a:t>Pruebas</a:t>
            </a:r>
            <a:r>
              <a:rPr dirty="0" sz="25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75">
                <a:solidFill>
                  <a:srgbClr val="FFFFFF"/>
                </a:solidFill>
                <a:latin typeface="Tahoma"/>
                <a:cs typeface="Tahoma"/>
              </a:rPr>
              <a:t>de integración</a:t>
            </a:r>
            <a:r>
              <a:rPr dirty="0" sz="2500" spc="1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85">
                <a:solidFill>
                  <a:srgbClr val="FFFFFF"/>
                </a:solidFill>
                <a:latin typeface="Tahoma"/>
                <a:cs typeface="Tahoma"/>
              </a:rPr>
              <a:t>y </a:t>
            </a:r>
            <a:r>
              <a:rPr dirty="0" sz="2500" spc="170">
                <a:solidFill>
                  <a:srgbClr val="FFFFFF"/>
                </a:solidFill>
                <a:latin typeface="Tahoma"/>
                <a:cs typeface="Tahoma"/>
              </a:rPr>
              <a:t>validación </a:t>
            </a:r>
            <a:r>
              <a:rPr dirty="0" sz="2500" spc="114" b="1">
                <a:solidFill>
                  <a:srgbClr val="3DD9D8"/>
                </a:solidFill>
                <a:latin typeface="Arial"/>
                <a:cs typeface="Arial"/>
              </a:rPr>
              <a:t>Semana</a:t>
            </a:r>
            <a:r>
              <a:rPr dirty="0" sz="2500" spc="150" b="1">
                <a:solidFill>
                  <a:srgbClr val="3DD9D8"/>
                </a:solidFill>
                <a:latin typeface="Arial"/>
                <a:cs typeface="Arial"/>
              </a:rPr>
              <a:t> </a:t>
            </a:r>
            <a:r>
              <a:rPr dirty="0" sz="2500" spc="-470" b="1">
                <a:solidFill>
                  <a:srgbClr val="3DD9D8"/>
                </a:solidFill>
                <a:latin typeface="Arial"/>
                <a:cs typeface="Arial"/>
              </a:rPr>
              <a:t>11</a:t>
            </a:r>
            <a:r>
              <a:rPr dirty="0" sz="2500" spc="155" b="1">
                <a:solidFill>
                  <a:srgbClr val="3DD9D8"/>
                </a:solidFill>
                <a:latin typeface="Arial"/>
                <a:cs typeface="Arial"/>
              </a:rPr>
              <a:t> </a:t>
            </a:r>
            <a:r>
              <a:rPr dirty="0" sz="2500" spc="475" b="1">
                <a:solidFill>
                  <a:srgbClr val="3DD9D8"/>
                </a:solidFill>
                <a:latin typeface="Arial"/>
                <a:cs typeface="Arial"/>
              </a:rPr>
              <a:t>-</a:t>
            </a:r>
            <a:r>
              <a:rPr dirty="0" sz="2500" spc="155" b="1">
                <a:solidFill>
                  <a:srgbClr val="3DD9D8"/>
                </a:solidFill>
                <a:latin typeface="Arial"/>
                <a:cs typeface="Arial"/>
              </a:rPr>
              <a:t> </a:t>
            </a:r>
            <a:r>
              <a:rPr dirty="0" sz="2500" spc="-130" b="1">
                <a:solidFill>
                  <a:srgbClr val="3DD9D8"/>
                </a:solidFill>
                <a:latin typeface="Arial"/>
                <a:cs typeface="Arial"/>
              </a:rPr>
              <a:t>13</a:t>
            </a:r>
            <a:endParaRPr sz="2500">
              <a:latin typeface="Arial"/>
              <a:cs typeface="Arial"/>
            </a:endParaRPr>
          </a:p>
        </p:txBody>
      </p:sp>
      <p:sp>
        <p:nvSpPr>
          <p:cNvPr id="27" name="object 27" descr=""/>
          <p:cNvSpPr txBox="1"/>
          <p:nvPr/>
        </p:nvSpPr>
        <p:spPr>
          <a:xfrm>
            <a:off x="12723948" y="3323645"/>
            <a:ext cx="2533015" cy="142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22500"/>
              </a:lnSpc>
              <a:spcBef>
                <a:spcPts val="100"/>
              </a:spcBef>
            </a:pPr>
            <a:r>
              <a:rPr dirty="0" sz="2500" spc="140">
                <a:solidFill>
                  <a:srgbClr val="FFFFFF"/>
                </a:solidFill>
                <a:latin typeface="Tahoma"/>
                <a:cs typeface="Tahoma"/>
              </a:rPr>
              <a:t>Entrega</a:t>
            </a:r>
            <a:r>
              <a:rPr dirty="0" sz="25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114">
                <a:solidFill>
                  <a:srgbClr val="FFFFFF"/>
                </a:solidFill>
                <a:latin typeface="Tahoma"/>
                <a:cs typeface="Tahoma"/>
              </a:rPr>
              <a:t>final</a:t>
            </a:r>
            <a:r>
              <a:rPr dirty="0" sz="2500" spc="14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500" spc="85">
                <a:solidFill>
                  <a:srgbClr val="FFFFFF"/>
                </a:solidFill>
                <a:latin typeface="Tahoma"/>
                <a:cs typeface="Tahoma"/>
              </a:rPr>
              <a:t>y </a:t>
            </a:r>
            <a:r>
              <a:rPr dirty="0" sz="2500" spc="210">
                <a:solidFill>
                  <a:srgbClr val="FFFFFF"/>
                </a:solidFill>
                <a:latin typeface="Tahoma"/>
                <a:cs typeface="Tahoma"/>
              </a:rPr>
              <a:t>documentación </a:t>
            </a:r>
            <a:r>
              <a:rPr dirty="0" sz="2500" spc="114" b="1">
                <a:solidFill>
                  <a:srgbClr val="3DD9D8"/>
                </a:solidFill>
                <a:latin typeface="Arial"/>
                <a:cs typeface="Arial"/>
              </a:rPr>
              <a:t>Semana</a:t>
            </a:r>
            <a:r>
              <a:rPr dirty="0" sz="2500" spc="85" b="1">
                <a:solidFill>
                  <a:srgbClr val="3DD9D8"/>
                </a:solidFill>
                <a:latin typeface="Arial"/>
                <a:cs typeface="Arial"/>
              </a:rPr>
              <a:t> </a:t>
            </a:r>
            <a:r>
              <a:rPr dirty="0" sz="2500" b="1">
                <a:solidFill>
                  <a:srgbClr val="3DD9D8"/>
                </a:solidFill>
                <a:latin typeface="Arial"/>
                <a:cs typeface="Arial"/>
              </a:rPr>
              <a:t>14</a:t>
            </a:r>
            <a:r>
              <a:rPr dirty="0" sz="2500" spc="85" b="1">
                <a:solidFill>
                  <a:srgbClr val="3DD9D8"/>
                </a:solidFill>
                <a:latin typeface="Arial"/>
                <a:cs typeface="Arial"/>
              </a:rPr>
              <a:t> </a:t>
            </a:r>
            <a:r>
              <a:rPr dirty="0" sz="2500" spc="475" b="1">
                <a:solidFill>
                  <a:srgbClr val="3DD9D8"/>
                </a:solidFill>
                <a:latin typeface="Arial"/>
                <a:cs typeface="Arial"/>
              </a:rPr>
              <a:t>-</a:t>
            </a:r>
            <a:r>
              <a:rPr dirty="0" sz="2500" spc="85" b="1">
                <a:solidFill>
                  <a:srgbClr val="3DD9D8"/>
                </a:solidFill>
                <a:latin typeface="Arial"/>
                <a:cs typeface="Arial"/>
              </a:rPr>
              <a:t> </a:t>
            </a:r>
            <a:r>
              <a:rPr dirty="0" sz="2500" spc="-25" b="1">
                <a:solidFill>
                  <a:srgbClr val="3DD9D8"/>
                </a:solidFill>
                <a:latin typeface="Arial"/>
                <a:cs typeface="Arial"/>
              </a:rPr>
              <a:t>17</a:t>
            </a:r>
            <a:endParaRPr sz="2500">
              <a:latin typeface="Arial"/>
              <a:cs typeface="Arial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15403867" y="6271791"/>
            <a:ext cx="2052955" cy="958850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5"/>
              </a:spcBef>
            </a:pPr>
            <a:r>
              <a:rPr dirty="0" sz="2500" spc="160">
                <a:solidFill>
                  <a:srgbClr val="FFFFFF"/>
                </a:solidFill>
                <a:latin typeface="Tahoma"/>
                <a:cs typeface="Tahoma"/>
              </a:rPr>
              <a:t>Lanzamiento</a:t>
            </a:r>
            <a:endParaRPr sz="2500">
              <a:latin typeface="Tahoma"/>
              <a:cs typeface="Tahoma"/>
            </a:endParaRPr>
          </a:p>
          <a:p>
            <a:pPr marL="151765">
              <a:lnSpc>
                <a:spcPct val="100000"/>
              </a:lnSpc>
              <a:spcBef>
                <a:spcPts val="675"/>
              </a:spcBef>
            </a:pPr>
            <a:r>
              <a:rPr dirty="0" sz="2500" spc="114" b="1">
                <a:solidFill>
                  <a:srgbClr val="3DD9D8"/>
                </a:solidFill>
                <a:latin typeface="Arial"/>
                <a:cs typeface="Arial"/>
              </a:rPr>
              <a:t>Semana</a:t>
            </a:r>
            <a:r>
              <a:rPr dirty="0" sz="2500" spc="150" b="1">
                <a:solidFill>
                  <a:srgbClr val="3DD9D8"/>
                </a:solidFill>
                <a:latin typeface="Arial"/>
                <a:cs typeface="Arial"/>
              </a:rPr>
              <a:t> </a:t>
            </a:r>
            <a:r>
              <a:rPr dirty="0" sz="2500" spc="-25" b="1">
                <a:solidFill>
                  <a:srgbClr val="3DD9D8"/>
                </a:solidFill>
                <a:latin typeface="Arial"/>
                <a:cs typeface="Arial"/>
              </a:rPr>
              <a:t>18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53831" y="0"/>
              <a:ext cx="4314824" cy="14001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80837" y="2212958"/>
              <a:ext cx="9692305" cy="480059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963194" y="4467049"/>
              <a:ext cx="3067049" cy="5086349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027759" y="384818"/>
            <a:ext cx="7275830" cy="69596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5"/>
              <a:t>DISEÑO</a:t>
            </a:r>
            <a:r>
              <a:rPr dirty="0" spc="-160"/>
              <a:t> </a:t>
            </a:r>
            <a:r>
              <a:rPr dirty="0" spc="-245"/>
              <a:t>DE</a:t>
            </a:r>
            <a:r>
              <a:rPr dirty="0" spc="-155"/>
              <a:t> ARQUITECTURA</a:t>
            </a:r>
          </a:p>
        </p:txBody>
      </p:sp>
      <p:sp>
        <p:nvSpPr>
          <p:cNvPr id="8" name="object 8" descr=""/>
          <p:cNvSpPr txBox="1"/>
          <p:nvPr/>
        </p:nvSpPr>
        <p:spPr>
          <a:xfrm>
            <a:off x="6543712" y="7966485"/>
            <a:ext cx="2133600" cy="4686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00" spc="-114" b="1">
                <a:solidFill>
                  <a:srgbClr val="FFFFFF"/>
                </a:solidFill>
                <a:latin typeface="Arial"/>
                <a:cs typeface="Arial"/>
              </a:rPr>
              <a:t>BENEFICIOS</a:t>
            </a:r>
            <a:endParaRPr sz="2900">
              <a:latin typeface="Arial"/>
              <a:cs typeface="Arial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1623654" y="2102660"/>
            <a:ext cx="7670165" cy="6889750"/>
            <a:chOff x="1623654" y="2102660"/>
            <a:chExt cx="7670165" cy="6889750"/>
          </a:xfrm>
        </p:grpSpPr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623654" y="2102660"/>
              <a:ext cx="114300" cy="11429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79042" y="7449332"/>
              <a:ext cx="114300" cy="11429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79042" y="7925582"/>
              <a:ext cx="114300" cy="114299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79042" y="8878082"/>
              <a:ext cx="114300" cy="114299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1894323" y="1200139"/>
            <a:ext cx="10692765" cy="257556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298190">
              <a:lnSpc>
                <a:spcPct val="100000"/>
              </a:lnSpc>
              <a:spcBef>
                <a:spcPts val="135"/>
              </a:spcBef>
            </a:pPr>
            <a:r>
              <a:rPr dirty="0" sz="2550" b="1">
                <a:solidFill>
                  <a:srgbClr val="FFFFFF"/>
                </a:solidFill>
                <a:latin typeface="Arial"/>
                <a:cs typeface="Arial"/>
              </a:rPr>
              <a:t>MONOLITO</a:t>
            </a:r>
            <a:r>
              <a:rPr dirty="0" sz="25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50" spc="-45" b="1">
                <a:solidFill>
                  <a:srgbClr val="FFFFFF"/>
                </a:solidFill>
                <a:latin typeface="Arial"/>
                <a:cs typeface="Arial"/>
              </a:rPr>
              <a:t>MODULAR</a:t>
            </a:r>
            <a:r>
              <a:rPr dirty="0" sz="25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50" spc="-35" b="1">
                <a:solidFill>
                  <a:srgbClr val="FFFFFF"/>
                </a:solidFill>
                <a:latin typeface="Arial"/>
                <a:cs typeface="Arial"/>
              </a:rPr>
              <a:t>ORGANIZADO</a:t>
            </a:r>
            <a:r>
              <a:rPr dirty="0" sz="255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50" spc="-100" b="1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dirty="0" sz="25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550" spc="-30" b="1">
                <a:solidFill>
                  <a:srgbClr val="FFFFFF"/>
                </a:solidFill>
                <a:latin typeface="Arial"/>
                <a:cs typeface="Arial"/>
              </a:rPr>
              <a:t>CAPAS</a:t>
            </a:r>
            <a:endParaRPr sz="2550">
              <a:latin typeface="Arial"/>
              <a:cs typeface="Arial"/>
            </a:endParaRPr>
          </a:p>
          <a:p>
            <a:pPr marL="12700" marR="4649470">
              <a:lnSpc>
                <a:spcPct val="115700"/>
              </a:lnSpc>
              <a:spcBef>
                <a:spcPts val="1975"/>
              </a:spcBef>
            </a:pPr>
            <a:r>
              <a:rPr dirty="0" sz="2700" spc="80">
                <a:solidFill>
                  <a:srgbClr val="FFFFFF"/>
                </a:solidFill>
                <a:latin typeface="Tahoma"/>
                <a:cs typeface="Tahoma"/>
              </a:rPr>
              <a:t>Nuestra</a:t>
            </a:r>
            <a:r>
              <a:rPr dirty="0" sz="27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00">
                <a:solidFill>
                  <a:srgbClr val="FFFFFF"/>
                </a:solidFill>
                <a:latin typeface="Tahoma"/>
                <a:cs typeface="Tahoma"/>
              </a:rPr>
              <a:t>solución</a:t>
            </a:r>
            <a:r>
              <a:rPr dirty="0" sz="27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14">
                <a:solidFill>
                  <a:srgbClr val="FFFFFF"/>
                </a:solidFill>
                <a:latin typeface="Tahoma"/>
                <a:cs typeface="Tahoma"/>
              </a:rPr>
              <a:t>está</a:t>
            </a:r>
            <a:r>
              <a:rPr dirty="0" sz="27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10">
                <a:solidFill>
                  <a:srgbClr val="FFFFFF"/>
                </a:solidFill>
                <a:latin typeface="Tahoma"/>
                <a:cs typeface="Tahoma"/>
              </a:rPr>
              <a:t>diseñada</a:t>
            </a:r>
            <a:r>
              <a:rPr dirty="0" sz="27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60">
                <a:solidFill>
                  <a:srgbClr val="FFFFFF"/>
                </a:solidFill>
                <a:latin typeface="Tahoma"/>
                <a:cs typeface="Tahoma"/>
              </a:rPr>
              <a:t>como </a:t>
            </a:r>
            <a:r>
              <a:rPr dirty="0" sz="2700">
                <a:solidFill>
                  <a:srgbClr val="FFFFFF"/>
                </a:solidFill>
                <a:latin typeface="Tahoma"/>
                <a:cs typeface="Tahoma"/>
              </a:rPr>
              <a:t>un</a:t>
            </a:r>
            <a:r>
              <a:rPr dirty="0" sz="2700" spc="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95">
                <a:solidFill>
                  <a:srgbClr val="FFFFFF"/>
                </a:solidFill>
                <a:latin typeface="Tahoma"/>
                <a:cs typeface="Tahoma"/>
              </a:rPr>
              <a:t>monolito</a:t>
            </a:r>
            <a:r>
              <a:rPr dirty="0" sz="2700" spc="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FFFFF"/>
                </a:solidFill>
                <a:latin typeface="Tahoma"/>
                <a:cs typeface="Tahoma"/>
              </a:rPr>
              <a:t>modular,</a:t>
            </a:r>
            <a:r>
              <a:rPr dirty="0" sz="2700" spc="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FFFFF"/>
                </a:solidFill>
                <a:latin typeface="Tahoma"/>
                <a:cs typeface="Tahoma"/>
              </a:rPr>
              <a:t>organizado,</a:t>
            </a:r>
            <a:r>
              <a:rPr dirty="0" sz="2700" spc="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35">
                <a:solidFill>
                  <a:srgbClr val="FFFFFF"/>
                </a:solidFill>
                <a:latin typeface="Tahoma"/>
                <a:cs typeface="Tahoma"/>
              </a:rPr>
              <a:t>con </a:t>
            </a:r>
            <a:r>
              <a:rPr dirty="0" sz="2700" spc="140">
                <a:solidFill>
                  <a:srgbClr val="FFFFFF"/>
                </a:solidFill>
                <a:latin typeface="Tahoma"/>
                <a:cs typeface="Tahoma"/>
              </a:rPr>
              <a:t>todas</a:t>
            </a:r>
            <a:r>
              <a:rPr dirty="0" sz="2700" spc="-11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65">
                <a:solidFill>
                  <a:srgbClr val="FFFFFF"/>
                </a:solidFill>
                <a:latin typeface="Tahoma"/>
                <a:cs typeface="Tahoma"/>
              </a:rPr>
              <a:t>las</a:t>
            </a:r>
            <a:r>
              <a:rPr dirty="0" sz="27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30">
                <a:solidFill>
                  <a:srgbClr val="FFFFFF"/>
                </a:solidFill>
                <a:latin typeface="Tahoma"/>
                <a:cs typeface="Tahoma"/>
              </a:rPr>
              <a:t>dependencias</a:t>
            </a:r>
            <a:r>
              <a:rPr dirty="0" sz="2700" spc="-10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90">
                <a:solidFill>
                  <a:srgbClr val="FFFFFF"/>
                </a:solidFill>
                <a:latin typeface="Tahoma"/>
                <a:cs typeface="Tahoma"/>
              </a:rPr>
              <a:t>gestionadas </a:t>
            </a:r>
            <a:r>
              <a:rPr dirty="0" sz="2700" spc="160">
                <a:solidFill>
                  <a:srgbClr val="FFFFFF"/>
                </a:solidFill>
                <a:latin typeface="Tahoma"/>
                <a:cs typeface="Tahoma"/>
              </a:rPr>
              <a:t>desde</a:t>
            </a:r>
            <a:r>
              <a:rPr dirty="0" sz="2700" spc="-8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FFFFF"/>
                </a:solidFill>
                <a:latin typeface="Tahoma"/>
                <a:cs typeface="Tahoma"/>
              </a:rPr>
              <a:t>un</a:t>
            </a:r>
            <a:r>
              <a:rPr dirty="0" sz="2700" spc="-7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70">
                <a:solidFill>
                  <a:srgbClr val="FFFFFF"/>
                </a:solidFill>
                <a:latin typeface="Tahoma"/>
                <a:cs typeface="Tahoma"/>
              </a:rPr>
              <a:t>monorepositorio.</a:t>
            </a:r>
            <a:endParaRPr sz="2700">
              <a:latin typeface="Tahoma"/>
              <a:cs typeface="Tahoma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451943" y="7190658"/>
            <a:ext cx="7657465" cy="2406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41300">
              <a:lnSpc>
                <a:spcPct val="115700"/>
              </a:lnSpc>
              <a:spcBef>
                <a:spcPts val="100"/>
              </a:spcBef>
            </a:pPr>
            <a:r>
              <a:rPr dirty="0" sz="2700" spc="80">
                <a:solidFill>
                  <a:srgbClr val="FFFFFF"/>
                </a:solidFill>
                <a:latin typeface="Tahoma"/>
                <a:cs typeface="Tahoma"/>
              </a:rPr>
              <a:t>Menor</a:t>
            </a:r>
            <a:r>
              <a:rPr dirty="0" sz="27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50">
                <a:solidFill>
                  <a:srgbClr val="FFFFFF"/>
                </a:solidFill>
                <a:latin typeface="Tahoma"/>
                <a:cs typeface="Tahoma"/>
              </a:rPr>
              <a:t>costo</a:t>
            </a:r>
            <a:r>
              <a:rPr dirty="0" sz="27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60">
                <a:solidFill>
                  <a:srgbClr val="FFFFFF"/>
                </a:solidFill>
                <a:latin typeface="Tahoma"/>
                <a:cs typeface="Tahoma"/>
              </a:rPr>
              <a:t>en</a:t>
            </a:r>
            <a:r>
              <a:rPr dirty="0" sz="27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60">
                <a:solidFill>
                  <a:srgbClr val="FFFFFF"/>
                </a:solidFill>
                <a:latin typeface="Tahoma"/>
                <a:cs typeface="Tahoma"/>
              </a:rPr>
              <a:t>infraestructura</a:t>
            </a:r>
            <a:r>
              <a:rPr dirty="0" sz="27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35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27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45">
                <a:solidFill>
                  <a:srgbClr val="FFFFFF"/>
                </a:solidFill>
                <a:latin typeface="Tahoma"/>
                <a:cs typeface="Tahoma"/>
              </a:rPr>
              <a:t>operación. </a:t>
            </a:r>
            <a:r>
              <a:rPr dirty="0" sz="2700" spc="90">
                <a:solidFill>
                  <a:srgbClr val="FFFFFF"/>
                </a:solidFill>
                <a:latin typeface="Tahoma"/>
                <a:cs typeface="Tahoma"/>
              </a:rPr>
              <a:t>Mayor</a:t>
            </a:r>
            <a:r>
              <a:rPr dirty="0" sz="27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00">
                <a:solidFill>
                  <a:srgbClr val="FFFFFF"/>
                </a:solidFill>
                <a:latin typeface="Tahoma"/>
                <a:cs typeface="Tahoma"/>
              </a:rPr>
              <a:t>velocidad</a:t>
            </a:r>
            <a:r>
              <a:rPr dirty="0" sz="27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40">
                <a:solidFill>
                  <a:srgbClr val="FFFFFF"/>
                </a:solidFill>
                <a:latin typeface="Tahoma"/>
                <a:cs typeface="Tahoma"/>
              </a:rPr>
              <a:t>de</a:t>
            </a:r>
            <a:r>
              <a:rPr dirty="0" sz="27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FFFFF"/>
                </a:solidFill>
                <a:latin typeface="Tahoma"/>
                <a:cs typeface="Tahoma"/>
              </a:rPr>
              <a:t>desarrollo:</a:t>
            </a:r>
            <a:r>
              <a:rPr dirty="0" sz="27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35">
                <a:solidFill>
                  <a:srgbClr val="FFFFFF"/>
                </a:solidFill>
                <a:latin typeface="Tahoma"/>
                <a:cs typeface="Tahoma"/>
              </a:rPr>
              <a:t>todo</a:t>
            </a:r>
            <a:r>
              <a:rPr dirty="0" sz="27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60">
                <a:solidFill>
                  <a:srgbClr val="FFFFFF"/>
                </a:solidFill>
                <a:latin typeface="Tahoma"/>
                <a:cs typeface="Tahoma"/>
              </a:rPr>
              <a:t>en</a:t>
            </a:r>
            <a:r>
              <a:rPr dirty="0" sz="2700" spc="-8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FFFFF"/>
                </a:solidFill>
                <a:latin typeface="Tahoma"/>
                <a:cs typeface="Tahoma"/>
              </a:rPr>
              <a:t>un</a:t>
            </a:r>
            <a:r>
              <a:rPr dirty="0" sz="2700" spc="-9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65">
                <a:solidFill>
                  <a:srgbClr val="FFFFFF"/>
                </a:solidFill>
                <a:latin typeface="Tahoma"/>
                <a:cs typeface="Tahoma"/>
              </a:rPr>
              <a:t>solo </a:t>
            </a:r>
            <a:r>
              <a:rPr dirty="0" sz="2700">
                <a:solidFill>
                  <a:srgbClr val="FFFFFF"/>
                </a:solidFill>
                <a:latin typeface="Tahoma"/>
                <a:cs typeface="Tahoma"/>
              </a:rPr>
              <a:t>servicio,</a:t>
            </a:r>
            <a:r>
              <a:rPr dirty="0" sz="27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60">
                <a:solidFill>
                  <a:srgbClr val="FFFFFF"/>
                </a:solidFill>
                <a:latin typeface="Tahoma"/>
                <a:cs typeface="Tahoma"/>
              </a:rPr>
              <a:t>sin</a:t>
            </a:r>
            <a:r>
              <a:rPr dirty="0" sz="27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85">
                <a:solidFill>
                  <a:srgbClr val="FFFFFF"/>
                </a:solidFill>
                <a:latin typeface="Tahoma"/>
                <a:cs typeface="Tahoma"/>
              </a:rPr>
              <a:t>coordinar</a:t>
            </a:r>
            <a:r>
              <a:rPr dirty="0" sz="2700" spc="-3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75">
                <a:solidFill>
                  <a:srgbClr val="FFFFFF"/>
                </a:solidFill>
                <a:latin typeface="Tahoma"/>
                <a:cs typeface="Tahoma"/>
              </a:rPr>
              <a:t>múltiples</a:t>
            </a:r>
            <a:r>
              <a:rPr dirty="0" sz="2700" spc="-4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50">
                <a:solidFill>
                  <a:srgbClr val="FFFFFF"/>
                </a:solidFill>
                <a:latin typeface="Tahoma"/>
                <a:cs typeface="Tahoma"/>
              </a:rPr>
              <a:t>sistemas.</a:t>
            </a:r>
            <a:endParaRPr sz="2700">
              <a:latin typeface="Tahoma"/>
              <a:cs typeface="Tahoma"/>
            </a:endParaRPr>
          </a:p>
          <a:p>
            <a:pPr marL="12700" marR="5080">
              <a:lnSpc>
                <a:spcPct val="115700"/>
              </a:lnSpc>
              <a:spcBef>
                <a:spcPts val="5"/>
              </a:spcBef>
            </a:pPr>
            <a:r>
              <a:rPr dirty="0" sz="2700" spc="70">
                <a:solidFill>
                  <a:srgbClr val="FFFFFF"/>
                </a:solidFill>
                <a:latin typeface="Tahoma"/>
                <a:cs typeface="Tahoma"/>
              </a:rPr>
              <a:t>Modular</a:t>
            </a:r>
            <a:r>
              <a:rPr dirty="0" sz="27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35">
                <a:solidFill>
                  <a:srgbClr val="FFFFFF"/>
                </a:solidFill>
                <a:latin typeface="Tahoma"/>
                <a:cs typeface="Tahoma"/>
              </a:rPr>
              <a:t>y</a:t>
            </a:r>
            <a:r>
              <a:rPr dirty="0" sz="27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>
                <a:solidFill>
                  <a:srgbClr val="FFFFFF"/>
                </a:solidFill>
                <a:latin typeface="Tahoma"/>
                <a:cs typeface="Tahoma"/>
              </a:rPr>
              <a:t>escalable:</a:t>
            </a:r>
            <a:r>
              <a:rPr dirty="0" sz="27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30">
                <a:solidFill>
                  <a:srgbClr val="FFFFFF"/>
                </a:solidFill>
                <a:latin typeface="Tahoma"/>
                <a:cs typeface="Tahoma"/>
              </a:rPr>
              <a:t>cada</a:t>
            </a:r>
            <a:r>
              <a:rPr dirty="0" sz="27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90">
                <a:solidFill>
                  <a:srgbClr val="FFFFFF"/>
                </a:solidFill>
                <a:latin typeface="Tahoma"/>
                <a:cs typeface="Tahoma"/>
              </a:rPr>
              <a:t>módulo</a:t>
            </a:r>
            <a:r>
              <a:rPr dirty="0" sz="27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00">
                <a:solidFill>
                  <a:srgbClr val="FFFFFF"/>
                </a:solidFill>
                <a:latin typeface="Tahoma"/>
                <a:cs typeface="Tahoma"/>
              </a:rPr>
              <a:t>está</a:t>
            </a:r>
            <a:r>
              <a:rPr dirty="0" sz="27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70">
                <a:solidFill>
                  <a:srgbClr val="FFFFFF"/>
                </a:solidFill>
                <a:latin typeface="Tahoma"/>
                <a:cs typeface="Tahoma"/>
              </a:rPr>
              <a:t>aislado</a:t>
            </a:r>
            <a:r>
              <a:rPr dirty="0" sz="2700" spc="-65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85">
                <a:solidFill>
                  <a:srgbClr val="FFFFFF"/>
                </a:solidFill>
                <a:latin typeface="Tahoma"/>
                <a:cs typeface="Tahoma"/>
              </a:rPr>
              <a:t>y </a:t>
            </a:r>
            <a:r>
              <a:rPr dirty="0" sz="2700" spc="114">
                <a:solidFill>
                  <a:srgbClr val="FFFFFF"/>
                </a:solidFill>
                <a:latin typeface="Tahoma"/>
                <a:cs typeface="Tahoma"/>
              </a:rPr>
              <a:t>puede</a:t>
            </a:r>
            <a:r>
              <a:rPr dirty="0" sz="27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60">
                <a:solidFill>
                  <a:srgbClr val="FFFFFF"/>
                </a:solidFill>
                <a:latin typeface="Tahoma"/>
                <a:cs typeface="Tahoma"/>
              </a:rPr>
              <a:t>evolucionar</a:t>
            </a:r>
            <a:r>
              <a:rPr dirty="0" sz="27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14">
                <a:solidFill>
                  <a:srgbClr val="FFFFFF"/>
                </a:solidFill>
                <a:latin typeface="Tahoma"/>
                <a:cs typeface="Tahoma"/>
              </a:rPr>
              <a:t>o</a:t>
            </a:r>
            <a:r>
              <a:rPr dirty="0" sz="27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80">
                <a:solidFill>
                  <a:srgbClr val="FFFFFF"/>
                </a:solidFill>
                <a:latin typeface="Tahoma"/>
                <a:cs typeface="Tahoma"/>
              </a:rPr>
              <a:t>separarse</a:t>
            </a:r>
            <a:r>
              <a:rPr dirty="0" sz="27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80">
                <a:solidFill>
                  <a:srgbClr val="FFFFFF"/>
                </a:solidFill>
                <a:latin typeface="Tahoma"/>
                <a:cs typeface="Tahoma"/>
              </a:rPr>
              <a:t>si</a:t>
            </a:r>
            <a:r>
              <a:rPr dirty="0" sz="2700" spc="-12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114">
                <a:solidFill>
                  <a:srgbClr val="FFFFFF"/>
                </a:solidFill>
                <a:latin typeface="Tahoma"/>
                <a:cs typeface="Tahoma"/>
              </a:rPr>
              <a:t>es</a:t>
            </a:r>
            <a:r>
              <a:rPr dirty="0" sz="2700" spc="-114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2700" spc="40">
                <a:solidFill>
                  <a:srgbClr val="FFFFFF"/>
                </a:solidFill>
                <a:latin typeface="Tahoma"/>
                <a:cs typeface="Tahoma"/>
              </a:rPr>
              <a:t>necesario.</a:t>
            </a:r>
            <a:endParaRPr sz="27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44306" y="0"/>
              <a:ext cx="4314824" cy="14001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9607" y="0"/>
              <a:ext cx="8143874" cy="102869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924100" y="1540272"/>
            <a:ext cx="5085080" cy="1038225"/>
          </a:xfrm>
          <a:prstGeom prst="rect"/>
        </p:spPr>
        <p:txBody>
          <a:bodyPr wrap="square" lIns="0" tIns="46990" rIns="0" bIns="0" rtlCol="0" vert="horz">
            <a:spAutoFit/>
          </a:bodyPr>
          <a:lstStyle/>
          <a:p>
            <a:pPr marL="1842770" marR="5080" indent="-1830705">
              <a:lnSpc>
                <a:spcPts val="3900"/>
              </a:lnSpc>
              <a:spcBef>
                <a:spcPts val="370"/>
              </a:spcBef>
            </a:pPr>
            <a:r>
              <a:rPr dirty="0" sz="3400" spc="-125"/>
              <a:t>DISEÑO</a:t>
            </a:r>
            <a:r>
              <a:rPr dirty="0" sz="3400" spc="-105"/>
              <a:t> </a:t>
            </a:r>
            <a:r>
              <a:rPr dirty="0" sz="3400" spc="-200"/>
              <a:t>DEL</a:t>
            </a:r>
            <a:r>
              <a:rPr dirty="0" sz="3400" spc="-100"/>
              <a:t> </a:t>
            </a:r>
            <a:r>
              <a:rPr dirty="0" sz="3400" spc="-110"/>
              <a:t>MODELO</a:t>
            </a:r>
            <a:r>
              <a:rPr dirty="0" sz="3400" spc="-100"/>
              <a:t> DE </a:t>
            </a:r>
            <a:r>
              <a:rPr dirty="0" sz="3400" spc="-20"/>
              <a:t>DATOS</a:t>
            </a:r>
            <a:endParaRPr sz="3400"/>
          </a:p>
        </p:txBody>
      </p:sp>
      <p:grpSp>
        <p:nvGrpSpPr>
          <p:cNvPr id="7" name="object 7" descr=""/>
          <p:cNvGrpSpPr/>
          <p:nvPr/>
        </p:nvGrpSpPr>
        <p:grpSpPr>
          <a:xfrm>
            <a:off x="11640146" y="3708546"/>
            <a:ext cx="104775" cy="5229225"/>
            <a:chOff x="11640146" y="3708546"/>
            <a:chExt cx="104775" cy="5229225"/>
          </a:xfrm>
        </p:grpSpPr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40146" y="3708546"/>
              <a:ext cx="104775" cy="10477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40146" y="4880121"/>
              <a:ext cx="104775" cy="10477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40146" y="5661171"/>
              <a:ext cx="104775" cy="10477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40146" y="6832746"/>
              <a:ext cx="104775" cy="10477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40146" y="7613796"/>
              <a:ext cx="104775" cy="10477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640146" y="8832996"/>
              <a:ext cx="104775" cy="104774"/>
            </a:xfrm>
            <a:prstGeom prst="rect">
              <a:avLst/>
            </a:prstGeom>
          </p:spPr>
        </p:pic>
      </p:grpSp>
      <p:sp>
        <p:nvSpPr>
          <p:cNvPr id="14" name="object 14" descr=""/>
          <p:cNvSpPr txBox="1"/>
          <p:nvPr/>
        </p:nvSpPr>
        <p:spPr>
          <a:xfrm>
            <a:off x="11898314" y="2762206"/>
            <a:ext cx="5491480" cy="6716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1115">
              <a:lnSpc>
                <a:spcPct val="100000"/>
              </a:lnSpc>
              <a:spcBef>
                <a:spcPts val="100"/>
              </a:spcBef>
            </a:pPr>
            <a:r>
              <a:rPr dirty="0" sz="2400" spc="-55" b="1">
                <a:solidFill>
                  <a:srgbClr val="FFFFFF"/>
                </a:solidFill>
                <a:latin typeface="Arial"/>
                <a:cs typeface="Arial"/>
              </a:rPr>
              <a:t>TIPO</a:t>
            </a:r>
            <a:r>
              <a:rPr dirty="0" sz="240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85" b="1">
                <a:solidFill>
                  <a:srgbClr val="FFFFFF"/>
                </a:solidFill>
                <a:latin typeface="Arial"/>
                <a:cs typeface="Arial"/>
              </a:rPr>
              <a:t>ENTIDAD</a:t>
            </a:r>
            <a:r>
              <a:rPr dirty="0" sz="240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459" b="1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dirty="0" sz="240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RELACION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6800"/>
              </a:lnSpc>
            </a:pPr>
            <a:r>
              <a:rPr dirty="0" sz="2400" spc="-100" b="1">
                <a:solidFill>
                  <a:srgbClr val="FFFFFF"/>
                </a:solidFill>
                <a:latin typeface="Arial"/>
                <a:cs typeface="Arial"/>
              </a:rPr>
              <a:t>INTEGRIDAD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2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70" b="1">
                <a:solidFill>
                  <a:srgbClr val="FFFFFF"/>
                </a:solidFill>
                <a:latin typeface="Arial"/>
                <a:cs typeface="Arial"/>
              </a:rPr>
              <a:t>CONSISTENCIA</a:t>
            </a:r>
            <a:r>
              <a:rPr dirty="0" sz="2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4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40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40" b="1">
                <a:solidFill>
                  <a:srgbClr val="FFFFFF"/>
                </a:solidFill>
                <a:latin typeface="Arial"/>
                <a:cs typeface="Arial"/>
              </a:rPr>
              <a:t>LOS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spc="-135" b="1">
                <a:solidFill>
                  <a:srgbClr val="FFFFFF"/>
                </a:solidFill>
                <a:latin typeface="Arial"/>
                <a:cs typeface="Arial"/>
              </a:rPr>
              <a:t>ESTRUCTURA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14" b="1">
                <a:solidFill>
                  <a:srgbClr val="FFFFFF"/>
                </a:solidFill>
                <a:latin typeface="Arial"/>
                <a:cs typeface="Arial"/>
              </a:rPr>
              <a:t>CLARA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2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40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ENTENDIBLE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2400">
              <a:latin typeface="Arial"/>
              <a:cs typeface="Arial"/>
            </a:endParaRPr>
          </a:p>
          <a:p>
            <a:pPr marL="12700" marR="1408430">
              <a:lnSpc>
                <a:spcPct val="106800"/>
              </a:lnSpc>
            </a:pPr>
            <a:r>
              <a:rPr dirty="0" sz="2400" spc="-60" b="1">
                <a:solidFill>
                  <a:srgbClr val="FFFFFF"/>
                </a:solidFill>
                <a:latin typeface="Arial"/>
                <a:cs typeface="Arial"/>
              </a:rPr>
              <a:t>NORMALIZACIÓN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150" spc="1240" b="1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dirty="0" sz="1150" spc="2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20" b="1">
                <a:solidFill>
                  <a:srgbClr val="FFFFFF"/>
                </a:solidFill>
                <a:latin typeface="Arial"/>
                <a:cs typeface="Arial"/>
              </a:rPr>
              <a:t>MENOS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REDUNDANCIA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09"/>
              </a:spcBef>
            </a:pP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2400" spc="-130" b="1">
                <a:solidFill>
                  <a:srgbClr val="FFFFFF"/>
                </a:solidFill>
                <a:latin typeface="Arial"/>
                <a:cs typeface="Arial"/>
              </a:rPr>
              <a:t>SEGURIDAD</a:t>
            </a:r>
            <a:r>
              <a:rPr dirty="0" sz="2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2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70" b="1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dirty="0" sz="240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4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40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ACCESO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2400">
              <a:latin typeface="Arial"/>
              <a:cs typeface="Arial"/>
            </a:endParaRPr>
          </a:p>
          <a:p>
            <a:pPr marL="12700" marR="1151890">
              <a:lnSpc>
                <a:spcPct val="106800"/>
              </a:lnSpc>
            </a:pPr>
            <a:r>
              <a:rPr dirty="0" sz="2400" spc="-110" b="1">
                <a:solidFill>
                  <a:srgbClr val="FFFFFF"/>
                </a:solidFill>
                <a:latin typeface="Arial"/>
                <a:cs typeface="Arial"/>
              </a:rPr>
              <a:t>FLEXIBILIDAD</a:t>
            </a:r>
            <a:r>
              <a:rPr dirty="0" sz="240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90" b="1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160" b="1">
                <a:solidFill>
                  <a:srgbClr val="FFFFFF"/>
                </a:solidFill>
                <a:latin typeface="Arial"/>
                <a:cs typeface="Arial"/>
              </a:rPr>
              <a:t>CRECER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0" b="1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MODIFICARSE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9"/>
              </a:spcBef>
            </a:pPr>
            <a:endParaRPr sz="2400">
              <a:latin typeface="Arial"/>
              <a:cs typeface="Arial"/>
            </a:endParaRPr>
          </a:p>
          <a:p>
            <a:pPr marL="12700" marR="1333500">
              <a:lnSpc>
                <a:spcPct val="114599"/>
              </a:lnSpc>
              <a:spcBef>
                <a:spcPts val="5"/>
              </a:spcBef>
            </a:pPr>
            <a:r>
              <a:rPr dirty="0" sz="2400" spc="-165" b="1">
                <a:solidFill>
                  <a:srgbClr val="FFFFFF"/>
                </a:solidFill>
                <a:latin typeface="Arial"/>
                <a:cs typeface="Arial"/>
              </a:rPr>
              <a:t>ESTÁNDARES</a:t>
            </a:r>
            <a:r>
              <a:rPr dirty="0" sz="24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400" spc="-55" b="1">
                <a:solidFill>
                  <a:srgbClr val="FFFFFF"/>
                </a:solidFill>
                <a:latin typeface="Arial"/>
                <a:cs typeface="Arial"/>
              </a:rPr>
              <a:t>AMPLIAMENTE </a:t>
            </a:r>
            <a:r>
              <a:rPr dirty="0" sz="2400" spc="-10" b="1">
                <a:solidFill>
                  <a:srgbClr val="FFFFFF"/>
                </a:solidFill>
                <a:latin typeface="Arial"/>
                <a:cs typeface="Arial"/>
              </a:rPr>
              <a:t>ADOPTADOS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 descr=""/>
          <p:cNvGraphicFramePr>
            <a:graphicFrameLocks noGrp="1"/>
          </p:cNvGraphicFramePr>
          <p:nvPr/>
        </p:nvGraphicFramePr>
        <p:xfrm>
          <a:off x="3953255" y="536447"/>
          <a:ext cx="1100455" cy="21812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1080"/>
              </a:tblGrid>
              <a:tr h="200660">
                <a:tc>
                  <a:txBody>
                    <a:bodyPr/>
                    <a:lstStyle/>
                    <a:p>
                      <a:pPr marL="36131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850" spc="-30">
                          <a:solidFill>
                            <a:srgbClr val="3A90C1"/>
                          </a:solidFill>
                          <a:latin typeface="Cambria"/>
                          <a:cs typeface="Cambria"/>
                        </a:rPr>
                        <a:t>p</a:t>
                      </a:r>
                      <a:r>
                        <a:rPr dirty="0" sz="850" spc="-30">
                          <a:solidFill>
                            <a:srgbClr val="003A7E"/>
                          </a:solidFill>
                          <a:latin typeface="Cambria"/>
                          <a:cs typeface="Cambria"/>
                        </a:rPr>
                        <a:t>aym</a:t>
                      </a:r>
                      <a:r>
                        <a:rPr dirty="0" sz="850" spc="-65">
                          <a:solidFill>
                            <a:srgbClr val="003A7E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0">
                          <a:solidFill>
                            <a:srgbClr val="3A90C1"/>
                          </a:solidFill>
                          <a:latin typeface="Cambria"/>
                          <a:cs typeface="Cambria"/>
                        </a:rPr>
                        <a:t>ents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26034">
                    <a:lnL w="3175">
                      <a:solidFill>
                        <a:srgbClr val="008CCC"/>
                      </a:solidFill>
                      <a:prstDash val="solid"/>
                    </a:lnL>
                    <a:lnR w="3175">
                      <a:solidFill>
                        <a:srgbClr val="008CCC"/>
                      </a:solidFill>
                      <a:prstDash val="solid"/>
                    </a:lnR>
                    <a:lnT w="3175">
                      <a:solidFill>
                        <a:srgbClr val="008CCC"/>
                      </a:solidFill>
                      <a:prstDash val="solid"/>
                    </a:lnT>
                    <a:lnB w="3175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8CCC"/>
                      </a:solidFill>
                      <a:prstDash val="solid"/>
                    </a:lnL>
                    <a:lnR w="3175">
                      <a:solidFill>
                        <a:srgbClr val="008CCC"/>
                      </a:solidFill>
                      <a:prstDash val="solid"/>
                    </a:lnR>
                    <a:lnT w="3175">
                      <a:solidFill>
                        <a:srgbClr val="008CCC"/>
                      </a:solidFill>
                      <a:prstDash val="solid"/>
                    </a:lnT>
                    <a:lnB w="3175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1773555">
                <a:tc>
                  <a:txBody>
                    <a:bodyPr/>
                    <a:lstStyle/>
                    <a:p>
                      <a:pPr algn="just" marL="10922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7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0">
                          <a:latin typeface="Cambria"/>
                          <a:cs typeface="Cambria"/>
                        </a:rPr>
                        <a:t>user_i</a:t>
                      </a:r>
                      <a:r>
                        <a:rPr dirty="0" sz="850" spc="-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0">
                          <a:latin typeface="Cambria"/>
                          <a:cs typeface="Cambria"/>
                        </a:rPr>
                        <a:t>d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algn="just" marL="195580" marR="463550" indent="-178435">
                        <a:lnSpc>
                          <a:spcPct val="130600"/>
                        </a:lnSpc>
                        <a:spcBef>
                          <a:spcPts val="35"/>
                        </a:spcBef>
                      </a:pP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1</a:t>
                      </a:r>
                      <a:r>
                        <a:rPr dirty="0" sz="850" spc="27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amount</a:t>
                      </a:r>
                      <a:r>
                        <a:rPr dirty="0" sz="850" spc="5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status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algn="just" marL="28575" marR="170815">
                        <a:lnSpc>
                          <a:spcPct val="134100"/>
                        </a:lnSpc>
                      </a:pPr>
                      <a:r>
                        <a:rPr dirty="0" sz="850" spc="-15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'j</a:t>
                      </a:r>
                      <a:r>
                        <a:rPr dirty="0" sz="850" spc="12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65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/'</a:t>
                      </a:r>
                      <a:r>
                        <a:rPr dirty="0" sz="850" spc="125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p</a:t>
                      </a:r>
                      <a:r>
                        <a:rPr dirty="0" sz="850" spc="-25">
                          <a:solidFill>
                            <a:srgbClr val="003A90"/>
                          </a:solidFill>
                          <a:latin typeface="Cambria"/>
                          <a:cs typeface="Cambria"/>
                        </a:rPr>
                        <a:t>aym</a:t>
                      </a:r>
                      <a:r>
                        <a:rPr dirty="0" sz="850" spc="-90">
                          <a:solidFill>
                            <a:srgbClr val="003A9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35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ent</a:t>
                      </a:r>
                      <a:r>
                        <a:rPr dirty="0" sz="850" spc="190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65">
                          <a:latin typeface="Cambria"/>
                          <a:cs typeface="Cambria"/>
                        </a:rPr>
                        <a:t>d</a:t>
                      </a:r>
                      <a:r>
                        <a:rPr dirty="0" sz="850" spc="-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30">
                          <a:solidFill>
                            <a:srgbClr val="003A90"/>
                          </a:solidFill>
                          <a:latin typeface="Cambria"/>
                          <a:cs typeface="Cambria"/>
                        </a:rPr>
                        <a:t>ate</a:t>
                      </a:r>
                      <a:r>
                        <a:rPr dirty="0" sz="850" spc="-20">
                          <a:solidFill>
                            <a:srgbClr val="003A9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'j</a:t>
                      </a:r>
                      <a:r>
                        <a:rPr dirty="0" sz="850" spc="125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65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/'</a:t>
                      </a:r>
                      <a:r>
                        <a:rPr dirty="0" sz="850" spc="110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85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c</a:t>
                      </a:r>
                      <a:r>
                        <a:rPr dirty="0" sz="850" spc="-80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40">
                          <a:solidFill>
                            <a:srgbClr val="66663A"/>
                          </a:solidFill>
                          <a:latin typeface="Cambria"/>
                          <a:cs typeface="Cambria"/>
                        </a:rPr>
                        <a:t>reated</a:t>
                      </a:r>
                      <a:r>
                        <a:rPr dirty="0" sz="850" spc="260">
                          <a:solidFill>
                            <a:srgbClr val="6666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4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algn="just" marL="109220" marR="311785" indent="-80645">
                        <a:lnSpc>
                          <a:spcPct val="134100"/>
                        </a:lnSpc>
                      </a:pP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</a:t>
                      </a:r>
                      <a:r>
                        <a:rPr dirty="0" sz="850" spc="225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65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/'</a:t>
                      </a:r>
                      <a:r>
                        <a:rPr dirty="0" sz="850" spc="120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80">
                          <a:latin typeface="Cambria"/>
                          <a:cs typeface="Cambria"/>
                        </a:rPr>
                        <a:t>upd</a:t>
                      </a:r>
                      <a:r>
                        <a:rPr dirty="0" sz="850" spc="3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latin typeface="Cambria"/>
                          <a:cs typeface="Cambria"/>
                        </a:rPr>
                        <a:t>ated</a:t>
                      </a:r>
                      <a:r>
                        <a:rPr dirty="0" sz="850" spc="24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40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r>
                        <a:rPr dirty="0" sz="850" spc="500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-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ap</a:t>
                      </a:r>
                      <a:r>
                        <a:rPr dirty="0" sz="850" spc="204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4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en</a:t>
                      </a:r>
                      <a:r>
                        <a:rPr dirty="0" sz="850" spc="95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latin typeface="Cambria"/>
                          <a:cs typeface="Cambria"/>
                        </a:rPr>
                        <a:t>se</a:t>
                      </a:r>
                      <a:r>
                        <a:rPr dirty="0" sz="850" spc="12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dirty="0" sz="850" spc="-25">
                          <a:latin typeface="Cambria"/>
                          <a:cs typeface="Cambria"/>
                        </a:rPr>
                        <a:t>d</a:t>
                      </a:r>
                      <a:r>
                        <a:rPr dirty="0" sz="850" spc="5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6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65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m</a:t>
                      </a:r>
                      <a:r>
                        <a:rPr dirty="0" sz="850" spc="-100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5">
                          <a:latin typeface="Cambria"/>
                          <a:cs typeface="Cambria"/>
                        </a:rPr>
                        <a:t>eth</a:t>
                      </a:r>
                      <a:r>
                        <a:rPr dirty="0" sz="850" spc="-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o</a:t>
                      </a:r>
                      <a:r>
                        <a:rPr dirty="0" sz="850" spc="-25">
                          <a:latin typeface="Cambria"/>
                          <a:cs typeface="Cambria"/>
                        </a:rPr>
                        <a:t>d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algn="just" marL="10922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80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00" spc="13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00" spc="-30">
                          <a:latin typeface="Cambria"/>
                          <a:cs typeface="Cambria"/>
                        </a:rPr>
                        <a:t>referen</a:t>
                      </a:r>
                      <a:r>
                        <a:rPr dirty="0" sz="800" spc="-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00" spc="-25">
                          <a:latin typeface="Cambria"/>
                          <a:cs typeface="Cambria"/>
                        </a:rPr>
                        <a:t>ce</a:t>
                      </a:r>
                      <a:endParaRPr sz="800">
                        <a:latin typeface="Cambria"/>
                        <a:cs typeface="Cambria"/>
                      </a:endParaRPr>
                    </a:p>
                    <a:p>
                      <a:pPr algn="just" marL="109220">
                        <a:lnSpc>
                          <a:spcPct val="100000"/>
                        </a:lnSpc>
                        <a:spcBef>
                          <a:spcPts val="359"/>
                        </a:spcBef>
                      </a:pPr>
                      <a:r>
                        <a:rPr dirty="0" sz="850" spc="-1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1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flow</a:t>
                      </a:r>
                      <a:r>
                        <a:rPr dirty="0" sz="850" spc="135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65">
                          <a:latin typeface="Cambria"/>
                          <a:cs typeface="Cambria"/>
                        </a:rPr>
                        <a:t>ord</a:t>
                      </a:r>
                      <a:r>
                        <a:rPr dirty="0" sz="850" spc="-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er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38100">
                    <a:lnL w="3175">
                      <a:solidFill>
                        <a:srgbClr val="008CCC"/>
                      </a:solidFill>
                      <a:prstDash val="solid"/>
                    </a:lnL>
                    <a:lnR w="3175">
                      <a:solidFill>
                        <a:srgbClr val="008CCC"/>
                      </a:solidFill>
                      <a:prstDash val="solid"/>
                    </a:lnR>
                    <a:lnT w="3175">
                      <a:solidFill>
                        <a:srgbClr val="008CCC"/>
                      </a:solidFill>
                      <a:prstDash val="solid"/>
                    </a:lnT>
                    <a:lnB w="3175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object 3" descr=""/>
          <p:cNvGraphicFramePr>
            <a:graphicFrameLocks noGrp="1"/>
          </p:cNvGraphicFramePr>
          <p:nvPr/>
        </p:nvGraphicFramePr>
        <p:xfrm>
          <a:off x="5205984" y="6382511"/>
          <a:ext cx="1341120" cy="3234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9680"/>
              </a:tblGrid>
              <a:tr h="219075">
                <a:tc>
                  <a:txBody>
                    <a:bodyPr/>
                    <a:lstStyle/>
                    <a:p>
                      <a:pPr marL="3930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850">
                          <a:solidFill>
                            <a:srgbClr val="3387C4"/>
                          </a:solidFill>
                          <a:latin typeface="Cambria"/>
                          <a:cs typeface="Cambria"/>
                        </a:rPr>
                        <a:t>@</a:t>
                      </a:r>
                      <a:r>
                        <a:rPr dirty="0" sz="850" spc="380">
                          <a:solidFill>
                            <a:srgbClr val="3387C4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solidFill>
                            <a:srgbClr val="3A90C1"/>
                          </a:solidFill>
                          <a:latin typeface="Cambria"/>
                          <a:cs typeface="Cambria"/>
                        </a:rPr>
                        <a:t>p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arcels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26034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18161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21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850">
                          <a:latin typeface="Cambria"/>
                          <a:cs typeface="Cambria"/>
                        </a:rPr>
                        <a:t>unit</a:t>
                      </a:r>
                      <a:r>
                        <a:rPr dirty="0" sz="850" spc="1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35">
                          <a:latin typeface="Cambria"/>
                          <a:cs typeface="Cambria"/>
                        </a:rPr>
                        <a:t>id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26034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24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description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778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245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sender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778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850" spc="-1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'¿¿'</a:t>
                      </a:r>
                      <a:r>
                        <a:rPr dirty="0" sz="850" spc="3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0">
                          <a:latin typeface="Cambria"/>
                          <a:cs typeface="Cambria"/>
                        </a:rPr>
                        <a:t>received</a:t>
                      </a:r>
                      <a:r>
                        <a:rPr dirty="0" sz="850" spc="1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778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850" spc="-1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'¿¿'</a:t>
                      </a:r>
                      <a:r>
                        <a:rPr dirty="0" sz="850" spc="45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40">
                          <a:latin typeface="Cambria"/>
                          <a:cs typeface="Cambria"/>
                        </a:rPr>
                        <a:t>retrieved</a:t>
                      </a:r>
                      <a:r>
                        <a:rPr dirty="0" sz="850" spc="1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778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466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219"/>
                        </a:spcBef>
                      </a:pP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'¿,'</a:t>
                      </a:r>
                      <a:r>
                        <a:rPr dirty="0" sz="850" spc="14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90">
                          <a:latin typeface="Cambria"/>
                          <a:cs typeface="Cambria"/>
                        </a:rPr>
                        <a:t>c</a:t>
                      </a:r>
                      <a:r>
                        <a:rPr dirty="0" sz="850" spc="-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reated_at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27939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</a:t>
                      </a:r>
                      <a:r>
                        <a:rPr dirty="0" sz="850" spc="27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60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/'</a:t>
                      </a:r>
                      <a:r>
                        <a:rPr dirty="0" sz="850" spc="110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40">
                          <a:latin typeface="Cambria"/>
                          <a:cs typeface="Cambria"/>
                        </a:rPr>
                        <a:t>upd</a:t>
                      </a:r>
                      <a:r>
                        <a:rPr dirty="0" sz="850" spc="-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ated</a:t>
                      </a:r>
                      <a:r>
                        <a:rPr dirty="0" sz="850" spc="2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003A9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5875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5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5EA5D6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95">
                          <a:solidFill>
                            <a:srgbClr val="5EA5D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90">
                          <a:latin typeface="Cambria"/>
                          <a:cs typeface="Cambria"/>
                        </a:rPr>
                        <a:t>c </a:t>
                      </a:r>
                      <a:r>
                        <a:rPr dirty="0" sz="850" spc="-35">
                          <a:solidFill>
                            <a:srgbClr val="66B5FF"/>
                          </a:solidFill>
                          <a:latin typeface="Cambria"/>
                          <a:cs typeface="Cambria"/>
                        </a:rPr>
                        <a:t>on</a:t>
                      </a:r>
                      <a:r>
                        <a:rPr dirty="0" sz="850" spc="-95">
                          <a:solidFill>
                            <a:srgbClr val="66B5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90">
                          <a:latin typeface="Cambria"/>
                          <a:cs typeface="Cambria"/>
                        </a:rPr>
                        <a:t>c</a:t>
                      </a:r>
                      <a:r>
                        <a:rPr dirty="0" sz="850" spc="-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60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dirty="0" sz="850" spc="-60">
                          <a:latin typeface="Cambria"/>
                          <a:cs typeface="Cambria"/>
                        </a:rPr>
                        <a:t>erg</a:t>
                      </a:r>
                      <a:r>
                        <a:rPr dirty="0" sz="850" spc="-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eNam</a:t>
                      </a:r>
                      <a:r>
                        <a:rPr dirty="0" sz="850" spc="-90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0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778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 </a:t>
                      </a:r>
                      <a:r>
                        <a:rPr dirty="0" sz="850">
                          <a:solidFill>
                            <a:srgbClr val="5EA5D6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100">
                          <a:solidFill>
                            <a:srgbClr val="5EA5D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90">
                          <a:latin typeface="Cambria"/>
                          <a:cs typeface="Cambria"/>
                        </a:rPr>
                        <a:t>c </a:t>
                      </a:r>
                      <a:r>
                        <a:rPr dirty="0" sz="850" spc="-35">
                          <a:solidFill>
                            <a:srgbClr val="66B5FF"/>
                          </a:solidFill>
                          <a:latin typeface="Cambria"/>
                          <a:cs typeface="Cambria"/>
                        </a:rPr>
                        <a:t>on</a:t>
                      </a:r>
                      <a:r>
                        <a:rPr dirty="0" sz="850" spc="-95">
                          <a:solidFill>
                            <a:srgbClr val="66B5F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90">
                          <a:latin typeface="Cambria"/>
                          <a:cs typeface="Cambria"/>
                        </a:rPr>
                        <a:t>c</a:t>
                      </a:r>
                      <a:r>
                        <a:rPr dirty="0" sz="850" spc="-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60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dirty="0" sz="850" spc="-60">
                          <a:latin typeface="Cambria"/>
                          <a:cs typeface="Cambria"/>
                        </a:rPr>
                        <a:t>erg</a:t>
                      </a:r>
                      <a:r>
                        <a:rPr dirty="0" sz="850" spc="-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5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ed</a:t>
                      </a:r>
                      <a:r>
                        <a:rPr dirty="0" sz="850" spc="-80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0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h</a:t>
                      </a:r>
                      <a:r>
                        <a:rPr dirty="0" sz="850" spc="-20">
                          <a:solidFill>
                            <a:srgbClr val="66B5FF"/>
                          </a:solidFill>
                          <a:latin typeface="Cambria"/>
                          <a:cs typeface="Cambria"/>
                        </a:rPr>
                        <a:t>o</a:t>
                      </a:r>
                      <a:r>
                        <a:rPr dirty="0" sz="850" spc="-20">
                          <a:solidFill>
                            <a:srgbClr val="909066"/>
                          </a:solidFill>
                          <a:latin typeface="Cambria"/>
                          <a:cs typeface="Cambria"/>
                        </a:rPr>
                        <a:t>n</a:t>
                      </a:r>
                      <a:r>
                        <a:rPr dirty="0" sz="850" spc="-20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778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-2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4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solidFill>
                            <a:srgbClr val="909066"/>
                          </a:solidFill>
                          <a:latin typeface="Cambria"/>
                          <a:cs typeface="Cambria"/>
                        </a:rPr>
                        <a:t>n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otes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778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1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10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70">
                          <a:latin typeface="Cambria"/>
                          <a:cs typeface="Cambria"/>
                        </a:rPr>
                        <a:t>rec</a:t>
                      </a:r>
                      <a:r>
                        <a:rPr dirty="0" sz="850" spc="-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45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ipi</a:t>
                      </a:r>
                      <a:r>
                        <a:rPr dirty="0" sz="850" spc="-45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entEm</a:t>
                      </a:r>
                      <a:r>
                        <a:rPr dirty="0" sz="850" spc="-6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ail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778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1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10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70">
                          <a:latin typeface="Cambria"/>
                          <a:cs typeface="Cambria"/>
                        </a:rPr>
                        <a:t>rec</a:t>
                      </a:r>
                      <a:r>
                        <a:rPr dirty="0" sz="850" spc="-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35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ipi</a:t>
                      </a:r>
                      <a:r>
                        <a:rPr dirty="0" sz="850" spc="-35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entN</a:t>
                      </a:r>
                      <a:r>
                        <a:rPr dirty="0" sz="850" spc="-8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ame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778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9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0">
                          <a:latin typeface="Cambria"/>
                          <a:cs typeface="Cambria"/>
                        </a:rPr>
                        <a:t>recip</a:t>
                      </a:r>
                      <a:r>
                        <a:rPr dirty="0" sz="850" spc="-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0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ientP</a:t>
                      </a:r>
                      <a:r>
                        <a:rPr dirty="0" sz="850" spc="-70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0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h</a:t>
                      </a:r>
                      <a:r>
                        <a:rPr dirty="0" sz="850" spc="-2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o</a:t>
                      </a:r>
                      <a:r>
                        <a:rPr dirty="0" sz="850" spc="-20">
                          <a:solidFill>
                            <a:srgbClr val="909066"/>
                          </a:solidFill>
                          <a:latin typeface="Cambria"/>
                          <a:cs typeface="Cambria"/>
                        </a:rPr>
                        <a:t>n</a:t>
                      </a:r>
                      <a:r>
                        <a:rPr dirty="0" sz="850" spc="-2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778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3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114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0">
                          <a:latin typeface="Cambria"/>
                          <a:cs typeface="Cambria"/>
                        </a:rPr>
                        <a:t>recip</a:t>
                      </a:r>
                      <a:r>
                        <a:rPr dirty="0" sz="850" spc="-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0">
                          <a:latin typeface="Cambria"/>
                          <a:cs typeface="Cambria"/>
                        </a:rPr>
                        <a:t>ientResi</a:t>
                      </a:r>
                      <a:r>
                        <a:rPr dirty="0" sz="850" spc="-4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10">
                          <a:latin typeface="Cambria"/>
                          <a:cs typeface="Cambria"/>
                        </a:rPr>
                        <a:t>d</a:t>
                      </a:r>
                      <a:r>
                        <a:rPr dirty="0" sz="850" spc="-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en</a:t>
                      </a:r>
                      <a:r>
                        <a:rPr dirty="0" sz="850" spc="-10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90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c </a:t>
                      </a:r>
                      <a:r>
                        <a:rPr dirty="0" sz="850" spc="-5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778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213995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-5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9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0">
                          <a:latin typeface="Cambria"/>
                          <a:cs typeface="Cambria"/>
                        </a:rPr>
                        <a:t>send</a:t>
                      </a:r>
                      <a:r>
                        <a:rPr dirty="0" sz="850" spc="-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6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erPh</a:t>
                      </a:r>
                      <a:r>
                        <a:rPr dirty="0" sz="850" spc="-8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latin typeface="Cambria"/>
                          <a:cs typeface="Cambria"/>
                        </a:rPr>
                        <a:t>o</a:t>
                      </a:r>
                      <a:r>
                        <a:rPr dirty="0" sz="850" spc="-25">
                          <a:solidFill>
                            <a:srgbClr val="909066"/>
                          </a:solidFill>
                          <a:latin typeface="Cambria"/>
                          <a:cs typeface="Cambria"/>
                        </a:rPr>
                        <a:t>n</a:t>
                      </a:r>
                      <a:r>
                        <a:rPr dirty="0" sz="850" spc="-25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778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object 4" descr=""/>
          <p:cNvGraphicFramePr>
            <a:graphicFrameLocks noGrp="1"/>
          </p:cNvGraphicFramePr>
          <p:nvPr/>
        </p:nvGraphicFramePr>
        <p:xfrm>
          <a:off x="5205984" y="2185415"/>
          <a:ext cx="1371600" cy="35864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80160"/>
              </a:tblGrid>
              <a:tr h="215900">
                <a:tc>
                  <a:txBody>
                    <a:bodyPr/>
                    <a:lstStyle/>
                    <a:p>
                      <a:pPr marL="57340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dirty="0" sz="800" spc="-40">
                          <a:solidFill>
                            <a:srgbClr val="663A59"/>
                          </a:solidFill>
                          <a:latin typeface="Cambria"/>
                          <a:cs typeface="Cambria"/>
                        </a:rPr>
                        <a:t>vi</a:t>
                      </a:r>
                      <a:r>
                        <a:rPr dirty="0" sz="800" spc="-65">
                          <a:solidFill>
                            <a:srgbClr val="663A5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00" spc="-35">
                          <a:latin typeface="Cambria"/>
                          <a:cs typeface="Cambria"/>
                        </a:rPr>
                        <a:t>sito</a:t>
                      </a:r>
                      <a:r>
                        <a:rPr dirty="0" sz="800" spc="-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00" spc="-25">
                          <a:latin typeface="Cambria"/>
                          <a:cs typeface="Cambria"/>
                        </a:rPr>
                        <a:t>re</a:t>
                      </a:r>
                      <a:endParaRPr sz="800">
                        <a:latin typeface="Cambria"/>
                        <a:cs typeface="Cambria"/>
                      </a:endParaRPr>
                    </a:p>
                  </a:txBody>
                  <a:tcPr marL="0" marR="0" marB="0" marT="2794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3163570">
                <a:tc>
                  <a:txBody>
                    <a:bodyPr/>
                    <a:lstStyle/>
                    <a:p>
                      <a:pPr marL="7048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21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850">
                          <a:latin typeface="Cambria"/>
                          <a:cs typeface="Cambria"/>
                        </a:rPr>
                        <a:t>unit</a:t>
                      </a:r>
                      <a:r>
                        <a:rPr dirty="0" sz="850" spc="1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35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dirty="0" sz="850" spc="-35">
                          <a:latin typeface="Cambria"/>
                          <a:cs typeface="Cambria"/>
                        </a:rPr>
                        <a:t>d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70485" marR="473075">
                        <a:lnSpc>
                          <a:spcPct val="134100"/>
                        </a:lnSpc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-2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4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h</a:t>
                      </a:r>
                      <a:r>
                        <a:rPr dirty="0" sz="85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o</a:t>
                      </a:r>
                      <a:r>
                        <a:rPr dirty="0" sz="850">
                          <a:latin typeface="Cambria"/>
                          <a:cs typeface="Cambria"/>
                        </a:rPr>
                        <a:t>st</a:t>
                      </a:r>
                      <a:r>
                        <a:rPr dirty="0" sz="850" spc="1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user</a:t>
                      </a:r>
                      <a:r>
                        <a:rPr dirty="0" sz="85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dirty="0" sz="850" spc="-25">
                          <a:latin typeface="Cambria"/>
                          <a:cs typeface="Cambria"/>
                        </a:rPr>
                        <a:t>d</a:t>
                      </a:r>
                      <a:r>
                        <a:rPr dirty="0" sz="850" spc="5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-4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1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60">
                          <a:solidFill>
                            <a:srgbClr val="663A66"/>
                          </a:solidFill>
                          <a:latin typeface="Cambria"/>
                          <a:cs typeface="Cambria"/>
                        </a:rPr>
                        <a:t>vi</a:t>
                      </a:r>
                      <a:r>
                        <a:rPr dirty="0" sz="850" spc="-100">
                          <a:solidFill>
                            <a:srgbClr val="663A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sit</a:t>
                      </a:r>
                      <a:r>
                        <a:rPr dirty="0" sz="850" spc="-1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or</a:t>
                      </a:r>
                      <a:r>
                        <a:rPr dirty="0" sz="850" spc="95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20">
                          <a:solidFill>
                            <a:srgbClr val="909066"/>
                          </a:solidFill>
                          <a:latin typeface="Cambria"/>
                          <a:cs typeface="Cambria"/>
                        </a:rPr>
                        <a:t>n</a:t>
                      </a:r>
                      <a:r>
                        <a:rPr dirty="0" sz="850" spc="-85">
                          <a:solidFill>
                            <a:srgbClr val="909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ame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70485" marR="262255">
                        <a:lnSpc>
                          <a:spcPct val="134100"/>
                        </a:lnSpc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-4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3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60">
                          <a:solidFill>
                            <a:srgbClr val="663A66"/>
                          </a:solidFill>
                          <a:latin typeface="Cambria"/>
                          <a:cs typeface="Cambria"/>
                        </a:rPr>
                        <a:t>vi</a:t>
                      </a:r>
                      <a:r>
                        <a:rPr dirty="0" sz="850" spc="-100">
                          <a:solidFill>
                            <a:srgbClr val="663A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sit</a:t>
                      </a:r>
                      <a:r>
                        <a:rPr dirty="0" sz="850" spc="-1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or</a:t>
                      </a:r>
                      <a:r>
                        <a:rPr dirty="0" sz="850" spc="105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0">
                          <a:latin typeface="Cambria"/>
                          <a:cs typeface="Cambria"/>
                        </a:rPr>
                        <a:t>d</a:t>
                      </a:r>
                      <a:r>
                        <a:rPr dirty="0" sz="850" spc="-2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oc</a:t>
                      </a:r>
                      <a:r>
                        <a:rPr dirty="0" sz="850" spc="-85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45">
                          <a:latin typeface="Cambria"/>
                          <a:cs typeface="Cambria"/>
                        </a:rPr>
                        <a:t>um</a:t>
                      </a:r>
                      <a:r>
                        <a:rPr dirty="0" sz="850" spc="-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3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ent</a:t>
                      </a:r>
                      <a:r>
                        <a:rPr dirty="0" sz="850" spc="50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-4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2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60">
                          <a:solidFill>
                            <a:srgbClr val="663A66"/>
                          </a:solidFill>
                          <a:latin typeface="Cambria"/>
                          <a:cs typeface="Cambria"/>
                        </a:rPr>
                        <a:t>vi</a:t>
                      </a:r>
                      <a:r>
                        <a:rPr dirty="0" sz="850" spc="-100">
                          <a:solidFill>
                            <a:srgbClr val="663A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sit</a:t>
                      </a:r>
                      <a:r>
                        <a:rPr dirty="0" sz="850" spc="-1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or</a:t>
                      </a:r>
                      <a:r>
                        <a:rPr dirty="0" sz="850" spc="114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10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p</a:t>
                      </a:r>
                      <a:r>
                        <a:rPr dirty="0" sz="850" spc="-90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40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ho</a:t>
                      </a:r>
                      <a:r>
                        <a:rPr dirty="0" sz="850" spc="-100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909066"/>
                          </a:solidFill>
                          <a:latin typeface="Cambria"/>
                          <a:cs typeface="Cambria"/>
                        </a:rPr>
                        <a:t>n</a:t>
                      </a:r>
                      <a:r>
                        <a:rPr dirty="0" sz="850" spc="-25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54610" marR="577850">
                        <a:lnSpc>
                          <a:spcPct val="134100"/>
                        </a:lnSpc>
                        <a:tabLst>
                          <a:tab pos="417830" algn="l"/>
                        </a:tabLst>
                      </a:pP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'j</a:t>
                      </a:r>
                      <a:r>
                        <a:rPr dirty="0" sz="850" spc="9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70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/'</a:t>
                      </a:r>
                      <a:r>
                        <a:rPr dirty="0" sz="850" spc="130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65">
                          <a:latin typeface="Cambria"/>
                          <a:cs typeface="Cambria"/>
                        </a:rPr>
                        <a:t>ents</a:t>
                      </a:r>
                      <a:r>
                        <a:rPr dirty="0" sz="850" spc="15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70">
                          <a:latin typeface="Cambria"/>
                          <a:cs typeface="Cambria"/>
                        </a:rPr>
                        <a:t>d</a:t>
                      </a:r>
                      <a:r>
                        <a:rPr dirty="0" sz="850" spc="-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latin typeface="Cambria"/>
                          <a:cs typeface="Cambria"/>
                        </a:rPr>
                        <a:t>ate</a:t>
                      </a:r>
                      <a:r>
                        <a:rPr dirty="0" sz="850" spc="5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</a:t>
                      </a:r>
                      <a:r>
                        <a:rPr dirty="0" sz="850" spc="33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60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/'</a:t>
                      </a:r>
                      <a:r>
                        <a:rPr dirty="0" sz="850" spc="110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latin typeface="Cambria"/>
                          <a:cs typeface="Cambria"/>
                        </a:rPr>
                        <a:t>ait</a:t>
                      </a:r>
                      <a:r>
                        <a:rPr dirty="0" sz="850">
                          <a:latin typeface="Cambria"/>
                          <a:cs typeface="Cambria"/>
                        </a:rPr>
                        <a:t>	</a:t>
                      </a:r>
                      <a:r>
                        <a:rPr dirty="0" sz="850" spc="-70">
                          <a:latin typeface="Cambria"/>
                          <a:cs typeface="Cambria"/>
                        </a:rPr>
                        <a:t>d</a:t>
                      </a:r>
                      <a:r>
                        <a:rPr dirty="0" sz="850" spc="-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latin typeface="Cambria"/>
                          <a:cs typeface="Cambria"/>
                        </a:rPr>
                        <a:t>ate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-2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4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status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</a:t>
                      </a:r>
                      <a:r>
                        <a:rPr dirty="0" sz="850" spc="24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65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/'</a:t>
                      </a:r>
                      <a:r>
                        <a:rPr dirty="0" sz="850" spc="11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created</a:t>
                      </a:r>
                      <a:r>
                        <a:rPr dirty="0" sz="850" spc="204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70485" marR="494030" indent="-15875">
                        <a:lnSpc>
                          <a:spcPct val="134100"/>
                        </a:lnSpc>
                      </a:pP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</a:t>
                      </a:r>
                      <a:r>
                        <a:rPr dirty="0" sz="850" spc="254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6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/'</a:t>
                      </a:r>
                      <a:r>
                        <a:rPr dirty="0" sz="850" spc="114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updated</a:t>
                      </a:r>
                      <a:r>
                        <a:rPr dirty="0" sz="850" spc="2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r>
                        <a:rPr dirty="0" sz="850" spc="500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204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850" spc="-20">
                          <a:latin typeface="Cambria"/>
                          <a:cs typeface="Cambria"/>
                        </a:rPr>
                        <a:t>visitor</a:t>
                      </a:r>
                      <a:r>
                        <a:rPr dirty="0" sz="850" spc="1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35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email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70485" marR="352425">
                        <a:lnSpc>
                          <a:spcPct val="134100"/>
                        </a:lnSpc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229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850" spc="-25">
                          <a:latin typeface="Cambria"/>
                          <a:cs typeface="Cambria"/>
                        </a:rPr>
                        <a:t>resident</a:t>
                      </a:r>
                      <a:r>
                        <a:rPr dirty="0" sz="850" spc="1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0">
                          <a:solidFill>
                            <a:srgbClr val="909066"/>
                          </a:solidFill>
                          <a:latin typeface="Cambria"/>
                          <a:cs typeface="Cambria"/>
                        </a:rPr>
                        <a:t>name</a:t>
                      </a:r>
                      <a:r>
                        <a:rPr dirty="0" sz="850" spc="500">
                          <a:solidFill>
                            <a:srgbClr val="909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-1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5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latin typeface="Cambria"/>
                          <a:cs typeface="Cambria"/>
                        </a:rPr>
                        <a:t>resident</a:t>
                      </a:r>
                      <a:r>
                        <a:rPr dirty="0" sz="850" spc="14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phone</a:t>
                      </a:r>
                      <a:r>
                        <a:rPr dirty="0" sz="850" spc="5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-2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visit</a:t>
                      </a:r>
                      <a:r>
                        <a:rPr dirty="0" sz="850" spc="1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purpose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5461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1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'¿¿'</a:t>
                      </a:r>
                      <a:r>
                        <a:rPr dirty="0" sz="850" spc="25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apected_arrivaI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70485" marR="159385" indent="-15875">
                        <a:lnSpc>
                          <a:spcPct val="134100"/>
                        </a:lnSpc>
                      </a:pP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'¿,'</a:t>
                      </a:r>
                      <a:r>
                        <a:rPr dirty="0" sz="850" spc="17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apected_departure</a:t>
                      </a:r>
                      <a:r>
                        <a:rPr dirty="0" sz="850" spc="5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-15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3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35">
                          <a:solidFill>
                            <a:srgbClr val="663A66"/>
                          </a:solidFill>
                          <a:latin typeface="Cambria"/>
                          <a:cs typeface="Cambria"/>
                        </a:rPr>
                        <a:t>vehic</a:t>
                      </a:r>
                      <a:r>
                        <a:rPr dirty="0" sz="850" spc="-75">
                          <a:solidFill>
                            <a:srgbClr val="663A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Ie_info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704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-2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5EA5D6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45">
                          <a:solidFill>
                            <a:srgbClr val="5EA5D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notes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397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object 5" descr=""/>
          <p:cNvGraphicFramePr>
            <a:graphicFrameLocks noGrp="1"/>
          </p:cNvGraphicFramePr>
          <p:nvPr/>
        </p:nvGraphicFramePr>
        <p:xfrm>
          <a:off x="7309104" y="7857743"/>
          <a:ext cx="1143000" cy="20256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1560"/>
              </a:tblGrid>
              <a:tr h="2190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1602740"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850" spc="-120">
                          <a:solidFill>
                            <a:srgbClr val="909066"/>
                          </a:solidFill>
                          <a:latin typeface="Cambria"/>
                          <a:cs typeface="Cambria"/>
                        </a:rPr>
                        <a:t>n</a:t>
                      </a:r>
                      <a:r>
                        <a:rPr dirty="0" sz="850" spc="-75">
                          <a:solidFill>
                            <a:srgbClr val="909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0">
                          <a:latin typeface="Cambria"/>
                          <a:cs typeface="Cambria"/>
                        </a:rPr>
                        <a:t>umb</a:t>
                      </a:r>
                      <a:r>
                        <a:rPr dirty="0" sz="850" spc="-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er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130175" marR="611505">
                        <a:lnSpc>
                          <a:spcPct val="134100"/>
                        </a:lnSpc>
                      </a:pPr>
                      <a:r>
                        <a:rPr dirty="0" sz="850" spc="-1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-1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flo</a:t>
                      </a:r>
                      <a:r>
                        <a:rPr dirty="0" sz="850" spc="-114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5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or</a:t>
                      </a:r>
                      <a:r>
                        <a:rPr dirty="0" sz="850" spc="50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-2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663A3A"/>
                          </a:solidFill>
                          <a:latin typeface="Cambria"/>
                          <a:cs typeface="Cambria"/>
                        </a:rPr>
                        <a:t>/p</a:t>
                      </a:r>
                      <a:r>
                        <a:rPr dirty="0" sz="850" spc="130">
                          <a:solidFill>
                            <a:srgbClr val="663A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217804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i="1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dirty="0" sz="850" i="1">
                          <a:latin typeface="Cambria"/>
                          <a:cs typeface="Cambria"/>
                        </a:rPr>
                        <a:t>s</a:t>
                      </a:r>
                      <a:r>
                        <a:rPr dirty="0" sz="850" spc="150" i="1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active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spcBef>
                          <a:spcPts val="345"/>
                        </a:spcBef>
                        <a:tabLst>
                          <a:tab pos="216535" algn="l"/>
                        </a:tabLst>
                      </a:pPr>
                      <a:r>
                        <a:rPr dirty="0" sz="850" spc="-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</a:t>
                      </a: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created</a:t>
                      </a:r>
                      <a:r>
                        <a:rPr dirty="0" sz="850" spc="114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spcBef>
                          <a:spcPts val="350"/>
                        </a:spcBef>
                        <a:tabLst>
                          <a:tab pos="218440" algn="l"/>
                        </a:tabLst>
                      </a:pPr>
                      <a:r>
                        <a:rPr dirty="0" sz="850" spc="-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</a:t>
                      </a: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dirty="0" sz="850" spc="-50">
                          <a:latin typeface="Cambria"/>
                          <a:cs typeface="Cambria"/>
                        </a:rPr>
                        <a:t>up</a:t>
                      </a:r>
                      <a:r>
                        <a:rPr dirty="0" sz="850" spc="-10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10">
                          <a:solidFill>
                            <a:srgbClr val="FFB566"/>
                          </a:solidFill>
                          <a:latin typeface="Cambria"/>
                          <a:cs typeface="Cambria"/>
                        </a:rPr>
                        <a:t>d</a:t>
                      </a:r>
                      <a:r>
                        <a:rPr dirty="0" sz="850" spc="-85">
                          <a:solidFill>
                            <a:srgbClr val="FFB5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latin typeface="Cambria"/>
                          <a:cs typeface="Cambria"/>
                        </a:rPr>
                        <a:t>ated</a:t>
                      </a:r>
                      <a:r>
                        <a:rPr dirty="0" sz="850" spc="1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spcBef>
                          <a:spcPts val="350"/>
                        </a:spcBef>
                        <a:tabLst>
                          <a:tab pos="216535" algn="l"/>
                        </a:tabLst>
                      </a:pPr>
                      <a:r>
                        <a:rPr dirty="0" sz="850" spc="-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</a:t>
                      </a: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dirty="0" sz="850" spc="-110">
                          <a:latin typeface="Cambria"/>
                          <a:cs typeface="Cambria"/>
                        </a:rPr>
                        <a:t>d</a:t>
                      </a:r>
                      <a:r>
                        <a:rPr dirty="0" sz="850" spc="-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eleted</a:t>
                      </a:r>
                      <a:r>
                        <a:rPr dirty="0" sz="850" spc="14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43815" marR="171450" indent="86360">
                        <a:lnSpc>
                          <a:spcPct val="134100"/>
                        </a:lnSpc>
                      </a:pP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4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latin typeface="Cambria"/>
                          <a:cs typeface="Cambria"/>
                        </a:rPr>
                        <a:t>community</a:t>
                      </a:r>
                      <a:r>
                        <a:rPr dirty="0" sz="850" spc="16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60">
                          <a:latin typeface="Cambria"/>
                          <a:cs typeface="Cambria"/>
                        </a:rPr>
                        <a:t>id</a:t>
                      </a:r>
                      <a:r>
                        <a:rPr dirty="0" sz="850" spc="5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US</a:t>
                      </a:r>
                      <a:r>
                        <a:rPr dirty="0" sz="850" spc="24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co</a:t>
                      </a:r>
                      <a:r>
                        <a:rPr dirty="0" sz="850" spc="-114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0">
                          <a:latin typeface="Cambria"/>
                          <a:cs typeface="Cambria"/>
                        </a:rPr>
                        <a:t>efti</a:t>
                      </a:r>
                      <a:r>
                        <a:rPr dirty="0" sz="850" spc="-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5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ci</a:t>
                      </a:r>
                      <a:r>
                        <a:rPr dirty="0" sz="850" spc="-100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ent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524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6" name="object 6" descr=""/>
          <p:cNvSpPr/>
          <p:nvPr/>
        </p:nvSpPr>
        <p:spPr>
          <a:xfrm>
            <a:off x="8371331" y="5205983"/>
            <a:ext cx="0" cy="2106295"/>
          </a:xfrm>
          <a:custGeom>
            <a:avLst/>
            <a:gdLst/>
            <a:ahLst/>
            <a:cxnLst/>
            <a:rect l="l" t="t" r="r" b="b"/>
            <a:pathLst>
              <a:path w="0" h="2106295">
                <a:moveTo>
                  <a:pt x="0" y="2106168"/>
                </a:moveTo>
                <a:lnTo>
                  <a:pt x="0" y="0"/>
                </a:lnTo>
              </a:path>
            </a:pathLst>
          </a:custGeom>
          <a:ln w="3175">
            <a:solidFill>
              <a:srgbClr val="008CCC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 descr=""/>
          <p:cNvGraphicFramePr>
            <a:graphicFrameLocks noGrp="1"/>
          </p:cNvGraphicFramePr>
          <p:nvPr/>
        </p:nvGraphicFramePr>
        <p:xfrm>
          <a:off x="7342631" y="5224271"/>
          <a:ext cx="1106805" cy="20046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7430"/>
              </a:tblGrid>
              <a:tr h="200660">
                <a:tc>
                  <a:txBody>
                    <a:bodyPr/>
                    <a:lstStyle/>
                    <a:p>
                      <a:pPr marL="217804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dirty="0" sz="850" spc="-4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ann</a:t>
                      </a:r>
                      <a:r>
                        <a:rPr dirty="0" sz="850" spc="-7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65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o</a:t>
                      </a:r>
                      <a:r>
                        <a:rPr dirty="0" sz="850" spc="-9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20">
                          <a:latin typeface="Cambria"/>
                          <a:cs typeface="Cambria"/>
                        </a:rPr>
                        <a:t>u</a:t>
                      </a:r>
                      <a:r>
                        <a:rPr dirty="0" sz="850" spc="-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45">
                          <a:solidFill>
                            <a:srgbClr val="909059"/>
                          </a:solidFill>
                          <a:latin typeface="Cambria"/>
                          <a:cs typeface="Cambria"/>
                        </a:rPr>
                        <a:t>nc</a:t>
                      </a:r>
                      <a:r>
                        <a:rPr dirty="0" sz="850" spc="-70">
                          <a:solidFill>
                            <a:srgbClr val="90905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45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em</a:t>
                      </a:r>
                      <a:r>
                        <a:rPr dirty="0" sz="850" spc="-8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0">
                          <a:latin typeface="Cambria"/>
                          <a:cs typeface="Cambria"/>
                        </a:rPr>
                        <a:t>ents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24130">
                    <a:lnL w="3175">
                      <a:solidFill>
                        <a:srgbClr val="008CCC"/>
                      </a:solidFill>
                      <a:prstDash val="solid"/>
                    </a:lnL>
                    <a:lnR w="3175">
                      <a:solidFill>
                        <a:srgbClr val="008CCC"/>
                      </a:solidFill>
                      <a:prstDash val="solid"/>
                    </a:lnR>
                    <a:lnT w="3175">
                      <a:solidFill>
                        <a:srgbClr val="008CCC"/>
                      </a:solidFill>
                      <a:prstDash val="solid"/>
                    </a:lnT>
                    <a:lnB w="3175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3175">
                      <a:solidFill>
                        <a:srgbClr val="008CCC"/>
                      </a:solidFill>
                      <a:prstDash val="solid"/>
                    </a:lnL>
                    <a:lnR w="3175">
                      <a:solidFill>
                        <a:srgbClr val="008CCC"/>
                      </a:solidFill>
                      <a:prstDash val="solid"/>
                    </a:lnR>
                    <a:lnT w="3175">
                      <a:solidFill>
                        <a:srgbClr val="008CCC"/>
                      </a:solidFill>
                      <a:prstDash val="solid"/>
                    </a:lnT>
                    <a:lnB w="3175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1600200">
                <a:tc>
                  <a:txBody>
                    <a:bodyPr/>
                    <a:lstStyle/>
                    <a:p>
                      <a:pPr marL="4445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’.</a:t>
                      </a:r>
                      <a:r>
                        <a:rPr dirty="0" sz="850" spc="28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850">
                          <a:latin typeface="Cambria"/>
                          <a:cs typeface="Cambria"/>
                        </a:rPr>
                        <a:t>communiy</a:t>
                      </a:r>
                      <a:r>
                        <a:rPr dirty="0" sz="850" spc="3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latin typeface="Cambria"/>
                          <a:cs typeface="Cambria"/>
                        </a:rPr>
                        <a:t>id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90"/>
                        </a:spcBef>
                      </a:pPr>
                      <a:endParaRPr sz="850">
                        <a:latin typeface="Times New Roman"/>
                        <a:cs typeface="Times New Roman"/>
                      </a:endParaRPr>
                    </a:p>
                    <a:p>
                      <a:pPr marL="102870" marR="483234">
                        <a:lnSpc>
                          <a:spcPct val="134100"/>
                        </a:lnSpc>
                      </a:pP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4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co</a:t>
                      </a:r>
                      <a:r>
                        <a:rPr dirty="0" sz="850" spc="-105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35">
                          <a:solidFill>
                            <a:srgbClr val="909066"/>
                          </a:solidFill>
                          <a:latin typeface="Cambria"/>
                          <a:cs typeface="Cambria"/>
                        </a:rPr>
                        <a:t>ntent</a:t>
                      </a:r>
                      <a:r>
                        <a:rPr dirty="0" sz="850" spc="500">
                          <a:solidFill>
                            <a:srgbClr val="9090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-2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663A3A"/>
                          </a:solidFill>
                          <a:latin typeface="Cambria"/>
                          <a:cs typeface="Cambria"/>
                        </a:rPr>
                        <a:t>/p</a:t>
                      </a:r>
                      <a:r>
                        <a:rPr dirty="0" sz="850" spc="130">
                          <a:solidFill>
                            <a:srgbClr val="663A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18986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i="1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dirty="0" sz="850" i="1">
                          <a:latin typeface="Cambria"/>
                          <a:cs typeface="Cambria"/>
                        </a:rPr>
                        <a:t>s</a:t>
                      </a:r>
                      <a:r>
                        <a:rPr dirty="0" sz="850" spc="150" i="1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</a:t>
                      </a:r>
                      <a:r>
                        <a:rPr dirty="0" sz="850" spc="-10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ctive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22225" marR="255270">
                        <a:lnSpc>
                          <a:spcPct val="134100"/>
                        </a:lnSpc>
                        <a:tabLst>
                          <a:tab pos="189230" algn="l"/>
                        </a:tabLst>
                      </a:pPr>
                      <a:r>
                        <a:rPr dirty="0" sz="850" spc="-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</a:t>
                      </a: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dirty="0" sz="850" spc="-175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5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p</a:t>
                      </a:r>
                      <a:r>
                        <a:rPr dirty="0" sz="850" spc="-55">
                          <a:latin typeface="Cambria"/>
                          <a:cs typeface="Cambria"/>
                        </a:rPr>
                        <a:t>u</a:t>
                      </a:r>
                      <a:r>
                        <a:rPr dirty="0" sz="850" spc="-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0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b</a:t>
                      </a:r>
                      <a:r>
                        <a:rPr dirty="0" sz="850" spc="-50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li</a:t>
                      </a:r>
                      <a:r>
                        <a:rPr dirty="0" sz="850" spc="-50">
                          <a:latin typeface="Cambria"/>
                          <a:cs typeface="Cambria"/>
                        </a:rPr>
                        <a:t>sh</a:t>
                      </a:r>
                      <a:r>
                        <a:rPr dirty="0" sz="850" spc="-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ed</a:t>
                      </a:r>
                      <a:r>
                        <a:rPr dirty="0" sz="850" spc="19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30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r>
                        <a:rPr dirty="0" sz="850" spc="500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</a:t>
                      </a: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created</a:t>
                      </a:r>
                      <a:r>
                        <a:rPr dirty="0" sz="850" spc="114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22225">
                        <a:lnSpc>
                          <a:spcPct val="100000"/>
                        </a:lnSpc>
                        <a:spcBef>
                          <a:spcPts val="350"/>
                        </a:spcBef>
                        <a:tabLst>
                          <a:tab pos="191135" algn="l"/>
                        </a:tabLst>
                      </a:pPr>
                      <a:r>
                        <a:rPr dirty="0" sz="850" spc="-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</a:t>
                      </a: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dirty="0" sz="850" spc="-50">
                          <a:latin typeface="Cambria"/>
                          <a:cs typeface="Cambria"/>
                        </a:rPr>
                        <a:t>up</a:t>
                      </a:r>
                      <a:r>
                        <a:rPr dirty="0" sz="850" spc="-10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10">
                          <a:solidFill>
                            <a:srgbClr val="FFB566"/>
                          </a:solidFill>
                          <a:latin typeface="Cambria"/>
                          <a:cs typeface="Cambria"/>
                        </a:rPr>
                        <a:t>d</a:t>
                      </a:r>
                      <a:r>
                        <a:rPr dirty="0" sz="850" spc="-85">
                          <a:solidFill>
                            <a:srgbClr val="FFB566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latin typeface="Cambria"/>
                          <a:cs typeface="Cambria"/>
                        </a:rPr>
                        <a:t>ated</a:t>
                      </a:r>
                      <a:r>
                        <a:rPr dirty="0" sz="850" spc="13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10287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3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created</a:t>
                      </a:r>
                      <a:r>
                        <a:rPr dirty="0" sz="850" spc="1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by</a:t>
                      </a:r>
                      <a:r>
                        <a:rPr dirty="0" sz="850" spc="114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latin typeface="Cambria"/>
                          <a:cs typeface="Cambria"/>
                        </a:rPr>
                        <a:t>id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34925">
                    <a:lnL w="3175">
                      <a:solidFill>
                        <a:srgbClr val="008CCC"/>
                      </a:solidFill>
                      <a:prstDash val="solid"/>
                    </a:lnL>
                    <a:lnR w="3175">
                      <a:solidFill>
                        <a:srgbClr val="008CCC"/>
                      </a:solidFill>
                      <a:prstDash val="solid"/>
                    </a:lnR>
                    <a:lnT w="3175">
                      <a:solidFill>
                        <a:srgbClr val="008CCC"/>
                      </a:solidFill>
                      <a:prstDash val="solid"/>
                    </a:lnT>
                    <a:lnB w="3175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8" name="object 8" descr=""/>
          <p:cNvGraphicFramePr>
            <a:graphicFrameLocks noGrp="1"/>
          </p:cNvGraphicFramePr>
          <p:nvPr/>
        </p:nvGraphicFramePr>
        <p:xfrm>
          <a:off x="7309104" y="3624071"/>
          <a:ext cx="1259205" cy="982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7130"/>
              </a:tblGrid>
              <a:tr h="215900">
                <a:tc>
                  <a:txBody>
                    <a:bodyPr/>
                    <a:lstStyle/>
                    <a:p>
                      <a:pPr marL="21653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850">
                          <a:latin typeface="Cambria"/>
                          <a:cs typeface="Cambria"/>
                        </a:rPr>
                        <a:t>community</a:t>
                      </a:r>
                      <a:r>
                        <a:rPr dirty="0" sz="850" spc="2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0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</a:t>
                      </a:r>
                      <a:r>
                        <a:rPr dirty="0" sz="850" spc="-90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10">
                          <a:latin typeface="Cambria"/>
                          <a:cs typeface="Cambria"/>
                        </a:rPr>
                        <a:t>d</a:t>
                      </a:r>
                      <a:r>
                        <a:rPr dirty="0" sz="850" spc="-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65">
                          <a:solidFill>
                            <a:srgbClr val="660033"/>
                          </a:solidFill>
                          <a:latin typeface="Cambria"/>
                          <a:cs typeface="Cambria"/>
                        </a:rPr>
                        <a:t>m</a:t>
                      </a:r>
                      <a:r>
                        <a:rPr dirty="0" sz="850" spc="-90">
                          <a:solidFill>
                            <a:srgbClr val="660033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660033"/>
                          </a:solidFill>
                          <a:latin typeface="Cambria"/>
                          <a:cs typeface="Cambria"/>
                        </a:rPr>
                        <a:t>in</a:t>
                      </a:r>
                      <a:r>
                        <a:rPr dirty="0" sz="850" spc="-25">
                          <a:latin typeface="Cambria"/>
                          <a:cs typeface="Cambria"/>
                        </a:rPr>
                        <a:t>*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270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586105">
                <a:tc>
                  <a:txBody>
                    <a:bodyPr/>
                    <a:lstStyle/>
                    <a:p>
                      <a:pPr marL="130175" marR="287020">
                        <a:lnSpc>
                          <a:spcPts val="1370"/>
                        </a:lnSpc>
                        <a:spcBef>
                          <a:spcPts val="80"/>
                        </a:spcBef>
                      </a:pP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co</a:t>
                      </a:r>
                      <a:r>
                        <a:rPr dirty="0" sz="850" spc="-105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0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mm</a:t>
                      </a:r>
                      <a:r>
                        <a:rPr dirty="0" sz="850" spc="-110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latin typeface="Cambria"/>
                          <a:cs typeface="Cambria"/>
                        </a:rPr>
                        <a:t>unity</a:t>
                      </a:r>
                      <a:r>
                        <a:rPr dirty="0" sz="850" spc="11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65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dirty="0" sz="850" spc="-65">
                          <a:latin typeface="Cambria"/>
                          <a:cs typeface="Cambria"/>
                        </a:rPr>
                        <a:t>d</a:t>
                      </a:r>
                      <a:r>
                        <a:rPr dirty="0" sz="850" spc="5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2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user</a:t>
                      </a:r>
                      <a:r>
                        <a:rPr dirty="0" sz="85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dirty="0" sz="850" spc="-25">
                          <a:latin typeface="Cambria"/>
                          <a:cs typeface="Cambria"/>
                        </a:rPr>
                        <a:t>d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spcBef>
                          <a:spcPts val="240"/>
                        </a:spcBef>
                        <a:tabLst>
                          <a:tab pos="216535" algn="l"/>
                        </a:tabLst>
                      </a:pPr>
                      <a:r>
                        <a:rPr dirty="0" sz="850" spc="-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</a:t>
                      </a: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created</a:t>
                      </a:r>
                      <a:r>
                        <a:rPr dirty="0" sz="850" spc="114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016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270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9525000" y="3992879"/>
          <a:ext cx="1109980" cy="1678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24255"/>
              </a:tblGrid>
              <a:tr h="215900">
                <a:tc>
                  <a:txBody>
                    <a:bodyPr/>
                    <a:lstStyle/>
                    <a:p>
                      <a:pPr marL="52069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dirty="0" sz="650">
                          <a:solidFill>
                            <a:srgbClr val="3387C4"/>
                          </a:solidFill>
                          <a:latin typeface="Cambria"/>
                          <a:cs typeface="Cambria"/>
                        </a:rPr>
                        <a:t>@</a:t>
                      </a:r>
                      <a:r>
                        <a:rPr dirty="0" sz="650" spc="250">
                          <a:solidFill>
                            <a:srgbClr val="3387C4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650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CO</a:t>
                      </a:r>
                      <a:r>
                        <a:rPr dirty="0" sz="650" spc="-55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650">
                          <a:solidFill>
                            <a:srgbClr val="660033"/>
                          </a:solidFill>
                          <a:latin typeface="Cambria"/>
                          <a:cs typeface="Cambria"/>
                        </a:rPr>
                        <a:t>M</a:t>
                      </a:r>
                      <a:r>
                        <a:rPr dirty="0" sz="650" spc="70">
                          <a:solidFill>
                            <a:srgbClr val="660033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650">
                          <a:latin typeface="Cambria"/>
                          <a:cs typeface="Cambria"/>
                        </a:rPr>
                        <a:t>MU</a:t>
                      </a:r>
                      <a:r>
                        <a:rPr dirty="0" sz="650" spc="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650" spc="-110">
                          <a:solidFill>
                            <a:srgbClr val="909059"/>
                          </a:solidFill>
                          <a:latin typeface="Cambria"/>
                          <a:cs typeface="Cambria"/>
                        </a:rPr>
                        <a:t>FI</a:t>
                      </a:r>
                      <a:r>
                        <a:rPr dirty="0" sz="650" spc="-25">
                          <a:solidFill>
                            <a:srgbClr val="90905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650" spc="-85">
                          <a:solidFill>
                            <a:srgbClr val="660033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dirty="0" sz="650" spc="-35">
                          <a:solidFill>
                            <a:srgbClr val="660033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650" spc="-65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C</a:t>
                      </a:r>
                      <a:r>
                        <a:rPr dirty="0" sz="650" spc="-50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650" spc="-10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Bti</a:t>
                      </a:r>
                      <a:r>
                        <a:rPr dirty="0" sz="650" spc="-4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650" spc="-5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O</a:t>
                      </a:r>
                      <a:r>
                        <a:rPr dirty="0" sz="650" spc="-6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650" spc="-70">
                          <a:solidFill>
                            <a:srgbClr val="909059"/>
                          </a:solidFill>
                          <a:latin typeface="Cambria"/>
                          <a:cs typeface="Cambria"/>
                        </a:rPr>
                        <a:t>Is</a:t>
                      </a:r>
                      <a:r>
                        <a:rPr dirty="0" sz="650" spc="-30">
                          <a:solidFill>
                            <a:srgbClr val="909059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650" spc="-50">
                          <a:latin typeface="Cambria"/>
                          <a:cs typeface="Cambria"/>
                        </a:rPr>
                        <a:t>s</a:t>
                      </a:r>
                      <a:endParaRPr sz="650">
                        <a:latin typeface="Cambria"/>
                        <a:cs typeface="Cambria"/>
                      </a:endParaRPr>
                    </a:p>
                  </a:txBody>
                  <a:tcPr marL="0" marR="0" marB="0" marT="48260">
                    <a:lnL w="9525">
                      <a:solidFill>
                        <a:srgbClr val="008CCC"/>
                      </a:solidFill>
                      <a:prstDash val="solid"/>
                    </a:lnL>
                    <a:lnR w="9525">
                      <a:solidFill>
                        <a:srgbClr val="008CCC"/>
                      </a:solidFill>
                      <a:prstDash val="solid"/>
                    </a:lnR>
                    <a:lnT w="9525">
                      <a:solidFill>
                        <a:srgbClr val="008CCC"/>
                      </a:solidFill>
                      <a:prstDash val="solid"/>
                    </a:lnT>
                    <a:lnB w="9525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1809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008CCC"/>
                      </a:solidFill>
                      <a:prstDash val="solid"/>
                    </a:lnL>
                    <a:lnR w="9525">
                      <a:solidFill>
                        <a:srgbClr val="008CCC"/>
                      </a:solidFill>
                      <a:prstDash val="solid"/>
                    </a:lnR>
                    <a:lnT w="9525">
                      <a:solidFill>
                        <a:srgbClr val="008CCC"/>
                      </a:solidFill>
                      <a:prstDash val="solid"/>
                    </a:lnT>
                    <a:lnB w="1270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1281430">
                <a:tc>
                  <a:txBody>
                    <a:bodyPr/>
                    <a:lstStyle/>
                    <a:p>
                      <a:pPr marL="130175" marR="491490">
                        <a:lnSpc>
                          <a:spcPts val="1370"/>
                        </a:lnSpc>
                        <a:spcBef>
                          <a:spcPts val="80"/>
                        </a:spcBef>
                      </a:pP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2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user</a:t>
                      </a:r>
                      <a:r>
                        <a:rPr dirty="0" sz="850" spc="7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80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i</a:t>
                      </a:r>
                      <a:r>
                        <a:rPr dirty="0" sz="850" spc="-80">
                          <a:latin typeface="Cambria"/>
                          <a:cs typeface="Cambria"/>
                        </a:rPr>
                        <a:t>d</a:t>
                      </a:r>
                      <a:r>
                        <a:rPr dirty="0" sz="850" spc="5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-2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663A3A"/>
                          </a:solidFill>
                          <a:latin typeface="Cambria"/>
                          <a:cs typeface="Cambria"/>
                        </a:rPr>
                        <a:t>/p</a:t>
                      </a:r>
                      <a:r>
                        <a:rPr dirty="0" sz="850" spc="130">
                          <a:solidFill>
                            <a:srgbClr val="663A3A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algn="r" marR="45275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4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co</a:t>
                      </a:r>
                      <a:r>
                        <a:rPr dirty="0" sz="850" spc="-105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solidFill>
                            <a:srgbClr val="909066"/>
                          </a:solidFill>
                          <a:latin typeface="Cambria"/>
                          <a:cs typeface="Cambria"/>
                        </a:rPr>
                        <a:t>ntent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algn="r" marR="485140">
                        <a:lnSpc>
                          <a:spcPct val="100000"/>
                        </a:lnSpc>
                        <a:spcBef>
                          <a:spcPts val="350"/>
                        </a:spcBef>
                        <a:tabLst>
                          <a:tab pos="167005" algn="l"/>
                        </a:tabLst>
                      </a:pPr>
                      <a:r>
                        <a:rPr dirty="0" sz="850" spc="-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</a:t>
                      </a: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dirty="0" sz="850">
                          <a:latin typeface="Cambria"/>
                          <a:cs typeface="Cambria"/>
                        </a:rPr>
                        <a:t>sent</a:t>
                      </a:r>
                      <a:r>
                        <a:rPr dirty="0" sz="850" spc="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50165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@</a:t>
                      </a:r>
                      <a:r>
                        <a:rPr dirty="0" sz="850" spc="37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0">
                          <a:latin typeface="Cambria"/>
                          <a:cs typeface="Cambria"/>
                        </a:rPr>
                        <a:t>read</a:t>
                      </a:r>
                      <a:endParaRPr sz="850">
                        <a:latin typeface="Cambria"/>
                        <a:cs typeface="Cambria"/>
                      </a:endParaRPr>
                    </a:p>
                    <a:p>
                      <a:pPr marL="50165" marR="293370">
                        <a:lnSpc>
                          <a:spcPct val="134100"/>
                        </a:lnSpc>
                        <a:tabLst>
                          <a:tab pos="216535" algn="l"/>
                        </a:tabLst>
                      </a:pPr>
                      <a:r>
                        <a:rPr dirty="0" sz="850" spc="-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</a:t>
                      </a: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	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created</a:t>
                      </a:r>
                      <a:r>
                        <a:rPr dirty="0" sz="850" spc="114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r>
                        <a:rPr dirty="0" sz="850" spc="500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'¿</a:t>
                      </a:r>
                      <a:r>
                        <a:rPr dirty="0" sz="850" spc="495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0">
                          <a:latin typeface="Cambria"/>
                          <a:cs typeface="Cambria"/>
                        </a:rPr>
                        <a:t>up</a:t>
                      </a:r>
                      <a:r>
                        <a:rPr dirty="0" sz="850" spc="-10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10">
                          <a:latin typeface="Cambria"/>
                          <a:cs typeface="Cambria"/>
                        </a:rPr>
                        <a:t>d</a:t>
                      </a:r>
                      <a:r>
                        <a:rPr dirty="0" sz="850" spc="-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latin typeface="Cambria"/>
                          <a:cs typeface="Cambria"/>
                        </a:rPr>
                        <a:t>ated</a:t>
                      </a:r>
                      <a:r>
                        <a:rPr dirty="0" sz="850" spc="204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40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0160">
                    <a:lnL w="9525">
                      <a:solidFill>
                        <a:srgbClr val="008CCC"/>
                      </a:solidFill>
                      <a:prstDash val="solid"/>
                    </a:lnL>
                    <a:lnR w="9525">
                      <a:solidFill>
                        <a:srgbClr val="008CCC"/>
                      </a:solidFill>
                      <a:prstDash val="solid"/>
                    </a:lnR>
                    <a:lnT w="12700">
                      <a:solidFill>
                        <a:srgbClr val="008CCC"/>
                      </a:solidFill>
                      <a:prstDash val="solid"/>
                    </a:lnT>
                    <a:lnB w="9525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object 10" descr=""/>
          <p:cNvGraphicFramePr>
            <a:graphicFrameLocks noGrp="1"/>
          </p:cNvGraphicFramePr>
          <p:nvPr/>
        </p:nvGraphicFramePr>
        <p:xfrm>
          <a:off x="11750040" y="6650735"/>
          <a:ext cx="990600" cy="15036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99160"/>
              </a:tblGrid>
              <a:tr h="22225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dirty="0" sz="700">
                          <a:solidFill>
                            <a:srgbClr val="3387C4"/>
                          </a:solidFill>
                          <a:latin typeface="Cambria"/>
                          <a:cs typeface="Cambria"/>
                        </a:rPr>
                        <a:t>@</a:t>
                      </a:r>
                      <a:r>
                        <a:rPr dirty="0" sz="700" spc="270">
                          <a:solidFill>
                            <a:srgbClr val="3387C4"/>
                          </a:solidFill>
                          <a:latin typeface="Cambria"/>
                          <a:cs typeface="Cambria"/>
                        </a:rPr>
                        <a:t>  </a:t>
                      </a:r>
                      <a:r>
                        <a:rPr dirty="0" sz="70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0</a:t>
                      </a:r>
                      <a:r>
                        <a:rPr dirty="0" sz="700">
                          <a:solidFill>
                            <a:srgbClr val="666633"/>
                          </a:solidFill>
                          <a:latin typeface="Cambria"/>
                          <a:cs typeface="Cambria"/>
                        </a:rPr>
                        <a:t>'9</a:t>
                      </a:r>
                      <a:r>
                        <a:rPr dirty="0" sz="700" spc="45">
                          <a:solidFill>
                            <a:srgbClr val="666633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700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•</a:t>
                      </a:r>
                      <a:r>
                        <a:rPr dirty="0" sz="700" spc="-50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700">
                          <a:solidFill>
                            <a:srgbClr val="909059"/>
                          </a:solidFill>
                          <a:latin typeface="Cambria"/>
                          <a:cs typeface="Cambria"/>
                        </a:rPr>
                        <a:t>n</a:t>
                      </a:r>
                      <a:r>
                        <a:rPr dirty="0" sz="700">
                          <a:solidFill>
                            <a:srgbClr val="660033"/>
                          </a:solidFill>
                          <a:latin typeface="Cambria"/>
                          <a:cs typeface="Cambria"/>
                        </a:rPr>
                        <a:t>izatl</a:t>
                      </a:r>
                      <a:r>
                        <a:rPr dirty="0" sz="700" spc="-40">
                          <a:solidFill>
                            <a:srgbClr val="660033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700" spc="-4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ON</a:t>
                      </a:r>
                      <a:r>
                        <a:rPr dirty="0" sz="700" spc="-55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700" spc="-50">
                          <a:latin typeface="Cambria"/>
                          <a:cs typeface="Cambria"/>
                        </a:rPr>
                        <a:t>E</a:t>
                      </a:r>
                      <a:endParaRPr sz="700">
                        <a:latin typeface="Cambria"/>
                        <a:cs typeface="Cambria"/>
                      </a:endParaRPr>
                    </a:p>
                  </a:txBody>
                  <a:tcPr marL="0" marR="0" marB="0" marT="5080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203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184785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-2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4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0">
                          <a:solidFill>
                            <a:srgbClr val="66003A"/>
                          </a:solidFill>
                          <a:latin typeface="Cambria"/>
                          <a:cs typeface="Cambria"/>
                        </a:rPr>
                        <a:t>name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7145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dirty="0" sz="850" i="1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@</a:t>
                      </a:r>
                      <a:r>
                        <a:rPr dirty="0" sz="850" spc="390" i="1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is_active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651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'¿</a:t>
                      </a:r>
                      <a:r>
                        <a:rPr dirty="0" sz="850" spc="65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'</a:t>
                      </a:r>
                      <a:r>
                        <a:rPr dirty="0" sz="850" spc="40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created</a:t>
                      </a:r>
                      <a:r>
                        <a:rPr dirty="0" sz="850" spc="17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003A9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5875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'j</a:t>
                      </a:r>
                      <a:r>
                        <a:rPr dirty="0" sz="850" spc="45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60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/'</a:t>
                      </a:r>
                      <a:r>
                        <a:rPr dirty="0" sz="850" spc="114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40">
                          <a:latin typeface="Cambria"/>
                          <a:cs typeface="Cambria"/>
                        </a:rPr>
                        <a:t>upd</a:t>
                      </a:r>
                      <a:r>
                        <a:rPr dirty="0" sz="850" spc="-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ated</a:t>
                      </a:r>
                      <a:r>
                        <a:rPr dirty="0" sz="850" spc="2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003A9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778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215900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'j</a:t>
                      </a:r>
                      <a:r>
                        <a:rPr dirty="0" sz="850" spc="45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65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/'</a:t>
                      </a:r>
                      <a:r>
                        <a:rPr dirty="0" sz="850" spc="110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5">
                          <a:latin typeface="Cambria"/>
                          <a:cs typeface="Cambria"/>
                        </a:rPr>
                        <a:t>del</a:t>
                      </a:r>
                      <a:r>
                        <a:rPr dirty="0" sz="850" spc="-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latin typeface="Cambria"/>
                          <a:cs typeface="Cambria"/>
                        </a:rPr>
                        <a:t>eted</a:t>
                      </a:r>
                      <a:r>
                        <a:rPr dirty="0" sz="850" spc="1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003A9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778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1" name="object 11" descr=""/>
          <p:cNvGraphicFramePr>
            <a:graphicFrameLocks noGrp="1"/>
          </p:cNvGraphicFramePr>
          <p:nvPr/>
        </p:nvGraphicFramePr>
        <p:xfrm>
          <a:off x="11314176" y="2261615"/>
          <a:ext cx="1186180" cy="2199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4105"/>
              </a:tblGrid>
              <a:tr h="215900">
                <a:tc>
                  <a:txBody>
                    <a:bodyPr/>
                    <a:lstStyle/>
                    <a:p>
                      <a:pPr marL="52451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850" spc="-85">
                          <a:latin typeface="Cambria"/>
                          <a:cs typeface="Cambria"/>
                        </a:rPr>
                        <a:t>u</a:t>
                      </a:r>
                      <a:r>
                        <a:rPr dirty="0" sz="850" spc="-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0">
                          <a:latin typeface="Cambria"/>
                          <a:cs typeface="Cambria"/>
                        </a:rPr>
                        <a:t>sers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1773555"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850" spc="-195">
                          <a:solidFill>
                            <a:srgbClr val="338ECC"/>
                          </a:solidFill>
                          <a:latin typeface="Arial MT"/>
                          <a:cs typeface="Arial MT"/>
                        </a:rPr>
                        <a:t>Z</a:t>
                      </a:r>
                      <a:r>
                        <a:rPr dirty="0" sz="850" spc="114">
                          <a:solidFill>
                            <a:srgbClr val="338E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75">
                          <a:solidFill>
                            <a:srgbClr val="3A0000"/>
                          </a:solidFill>
                          <a:latin typeface="Arial MT"/>
                          <a:cs typeface="Arial MT"/>
                        </a:rPr>
                        <a:t>em</a:t>
                      </a:r>
                      <a:r>
                        <a:rPr dirty="0" sz="850" spc="-145">
                          <a:solidFill>
                            <a:srgbClr val="3A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Arial MT"/>
                          <a:cs typeface="Arial MT"/>
                        </a:rPr>
                        <a:t>ail</a:t>
                      </a:r>
                      <a:endParaRPr sz="850">
                        <a:latin typeface="Arial MT"/>
                        <a:cs typeface="Arial MT"/>
                      </a:endParaRPr>
                    </a:p>
                    <a:p>
                      <a:pPr marL="13779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 spc="-195">
                          <a:solidFill>
                            <a:srgbClr val="338ECC"/>
                          </a:solidFill>
                          <a:latin typeface="Arial MT"/>
                          <a:cs typeface="Arial MT"/>
                        </a:rPr>
                        <a:t>Z</a:t>
                      </a:r>
                      <a:r>
                        <a:rPr dirty="0" sz="850" spc="75">
                          <a:solidFill>
                            <a:srgbClr val="338E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0">
                          <a:solidFill>
                            <a:srgbClr val="909066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850" spc="-20">
                          <a:solidFill>
                            <a:srgbClr val="903A00"/>
                          </a:solidFill>
                          <a:latin typeface="Arial MT"/>
                          <a:cs typeface="Arial MT"/>
                        </a:rPr>
                        <a:t>ame</a:t>
                      </a:r>
                      <a:endParaRPr sz="850">
                        <a:latin typeface="Arial MT"/>
                        <a:cs typeface="Arial MT"/>
                      </a:endParaRPr>
                    </a:p>
                    <a:p>
                      <a:pPr marL="137795" marR="179070">
                        <a:lnSpc>
                          <a:spcPct val="134100"/>
                        </a:lnSpc>
                      </a:pPr>
                      <a:r>
                        <a:rPr dirty="0" sz="850" spc="-195">
                          <a:solidFill>
                            <a:srgbClr val="338ECC"/>
                          </a:solidFill>
                          <a:latin typeface="Arial MT"/>
                          <a:cs typeface="Arial MT"/>
                        </a:rPr>
                        <a:t>Z</a:t>
                      </a:r>
                      <a:r>
                        <a:rPr dirty="0" sz="850" spc="75">
                          <a:solidFill>
                            <a:srgbClr val="338E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95">
                          <a:solidFill>
                            <a:srgbClr val="3A90DB"/>
                          </a:solidFill>
                          <a:latin typeface="Arial MT"/>
                          <a:cs typeface="Arial MT"/>
                        </a:rPr>
                        <a:t>p</a:t>
                      </a:r>
                      <a:r>
                        <a:rPr dirty="0" sz="850" spc="-135">
                          <a:solidFill>
                            <a:srgbClr val="3A90DB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0">
                          <a:solidFill>
                            <a:srgbClr val="903A00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 spc="-100">
                          <a:latin typeface="Arial MT"/>
                          <a:cs typeface="Arial MT"/>
                        </a:rPr>
                        <a:t>servo</a:t>
                      </a:r>
                      <a:r>
                        <a:rPr dirty="0" sz="850" spc="-13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latin typeface="Arial MT"/>
                          <a:cs typeface="Arial MT"/>
                        </a:rPr>
                        <a:t>rd</a:t>
                      </a:r>
                      <a:r>
                        <a:rPr dirty="0" sz="850" spc="14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75">
                          <a:solidFill>
                            <a:srgbClr val="66003A"/>
                          </a:solidFill>
                          <a:latin typeface="Arial MT"/>
                          <a:cs typeface="Arial MT"/>
                        </a:rPr>
                        <a:t>ha</a:t>
                      </a:r>
                      <a:r>
                        <a:rPr dirty="0" sz="850" spc="-130">
                          <a:solidFill>
                            <a:srgbClr val="6600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75">
                          <a:latin typeface="Arial MT"/>
                          <a:cs typeface="Arial MT"/>
                        </a:rPr>
                        <a:t>sh</a:t>
                      </a:r>
                      <a:r>
                        <a:rPr dirty="0" sz="850" spc="500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95">
                          <a:solidFill>
                            <a:srgbClr val="338ECC"/>
                          </a:solidFill>
                          <a:latin typeface="Arial MT"/>
                          <a:cs typeface="Arial MT"/>
                        </a:rPr>
                        <a:t>Z</a:t>
                      </a:r>
                      <a:r>
                        <a:rPr dirty="0" sz="850" spc="120">
                          <a:solidFill>
                            <a:srgbClr val="338E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50">
                          <a:latin typeface="Arial MT"/>
                          <a:cs typeface="Arial MT"/>
                        </a:rPr>
                        <a:t>statu</a:t>
                      </a:r>
                      <a:r>
                        <a:rPr dirty="0" sz="850" spc="-12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50">
                          <a:latin typeface="Arial MT"/>
                          <a:cs typeface="Arial MT"/>
                        </a:rPr>
                        <a:t>s</a:t>
                      </a:r>
                      <a:endParaRPr sz="850">
                        <a:latin typeface="Arial MT"/>
                        <a:cs typeface="Arial MT"/>
                      </a:endParaRPr>
                    </a:p>
                    <a:p>
                      <a:pPr marL="219710" marR="358140" indent="-179070">
                        <a:lnSpc>
                          <a:spcPct val="134100"/>
                        </a:lnSpc>
                      </a:pPr>
                      <a:r>
                        <a:rPr dirty="0" sz="850">
                          <a:solidFill>
                            <a:srgbClr val="3D93CF"/>
                          </a:solidFill>
                          <a:latin typeface="Arial MT"/>
                          <a:cs typeface="Arial MT"/>
                        </a:rPr>
                        <a:t>'</a:t>
                      </a:r>
                      <a:r>
                        <a:rPr dirty="0" sz="850" spc="390">
                          <a:solidFill>
                            <a:srgbClr val="3D93C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0">
                          <a:solidFill>
                            <a:srgbClr val="4297CF"/>
                          </a:solidFill>
                          <a:latin typeface="Arial MT"/>
                          <a:cs typeface="Arial MT"/>
                        </a:rPr>
                        <a:t>/'</a:t>
                      </a:r>
                      <a:r>
                        <a:rPr dirty="0" sz="850" spc="10">
                          <a:solidFill>
                            <a:srgbClr val="4297C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30">
                          <a:solidFill>
                            <a:srgbClr val="660000"/>
                          </a:solidFill>
                          <a:latin typeface="Arial MT"/>
                          <a:cs typeface="Arial MT"/>
                        </a:rPr>
                        <a:t>c</a:t>
                      </a:r>
                      <a:r>
                        <a:rPr dirty="0" sz="850" spc="-30">
                          <a:solidFill>
                            <a:srgbClr val="66003A"/>
                          </a:solidFill>
                          <a:latin typeface="Arial MT"/>
                          <a:cs typeface="Arial MT"/>
                        </a:rPr>
                        <a:t>reated</a:t>
                      </a:r>
                      <a:r>
                        <a:rPr dirty="0" sz="850" spc="95">
                          <a:solidFill>
                            <a:srgbClr val="66003A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Arial MT"/>
                          <a:cs typeface="Arial MT"/>
                        </a:rPr>
                        <a:t>at </a:t>
                      </a:r>
                      <a:r>
                        <a:rPr dirty="0" sz="850" spc="-10">
                          <a:latin typeface="Arial MT"/>
                          <a:cs typeface="Arial MT"/>
                        </a:rPr>
                        <a:t>updated</a:t>
                      </a:r>
                      <a:r>
                        <a:rPr dirty="0" sz="850" spc="65"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45">
                          <a:solidFill>
                            <a:srgbClr val="903A00"/>
                          </a:solidFill>
                          <a:latin typeface="Arial MT"/>
                          <a:cs typeface="Arial MT"/>
                        </a:rPr>
                        <a:t>at</a:t>
                      </a:r>
                      <a:endParaRPr sz="850">
                        <a:latin typeface="Arial MT"/>
                        <a:cs typeface="Arial MT"/>
                      </a:endParaRPr>
                    </a:p>
                    <a:p>
                      <a:pPr marL="4064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dirty="0" sz="850">
                          <a:solidFill>
                            <a:srgbClr val="3D93CF"/>
                          </a:solidFill>
                          <a:latin typeface="Arial MT"/>
                          <a:cs typeface="Arial MT"/>
                        </a:rPr>
                        <a:t>'</a:t>
                      </a:r>
                      <a:r>
                        <a:rPr dirty="0" sz="850" spc="395">
                          <a:solidFill>
                            <a:srgbClr val="3D93C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0">
                          <a:solidFill>
                            <a:srgbClr val="4297CF"/>
                          </a:solidFill>
                          <a:latin typeface="Arial MT"/>
                          <a:cs typeface="Arial MT"/>
                        </a:rPr>
                        <a:t>/'</a:t>
                      </a:r>
                      <a:r>
                        <a:rPr dirty="0" sz="850" spc="10">
                          <a:solidFill>
                            <a:srgbClr val="4297CF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d</a:t>
                      </a:r>
                      <a:r>
                        <a:rPr dirty="0" sz="850" spc="-25">
                          <a:solidFill>
                            <a:srgbClr val="3A0000"/>
                          </a:solidFill>
                          <a:latin typeface="Arial MT"/>
                          <a:cs typeface="Arial MT"/>
                        </a:rPr>
                        <a:t>eleted</a:t>
                      </a:r>
                      <a:r>
                        <a:rPr dirty="0" sz="850" spc="100">
                          <a:solidFill>
                            <a:srgbClr val="3A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Arial MT"/>
                          <a:cs typeface="Arial MT"/>
                        </a:rPr>
                        <a:t>at</a:t>
                      </a:r>
                      <a:endParaRPr sz="850">
                        <a:latin typeface="Arial MT"/>
                        <a:cs typeface="Arial MT"/>
                      </a:endParaRPr>
                    </a:p>
                    <a:p>
                      <a:pPr marL="76200" marR="488315" indent="147320">
                        <a:lnSpc>
                          <a:spcPct val="134100"/>
                        </a:lnSpc>
                      </a:pPr>
                      <a:r>
                        <a:rPr dirty="0" sz="850" spc="-10" i="1">
                          <a:solidFill>
                            <a:srgbClr val="66003A"/>
                          </a:solidFill>
                          <a:latin typeface="Arial"/>
                          <a:cs typeface="Arial"/>
                        </a:rPr>
                        <a:t>i</a:t>
                      </a:r>
                      <a:r>
                        <a:rPr dirty="0" sz="850" spc="-10" i="1">
                          <a:latin typeface="Arial"/>
                          <a:cs typeface="Arial"/>
                        </a:rPr>
                        <a:t>s</a:t>
                      </a:r>
                      <a:r>
                        <a:rPr dirty="0" sz="850" spc="20" i="1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850" spc="-35">
                          <a:solidFill>
                            <a:srgbClr val="903A00"/>
                          </a:solidFill>
                          <a:latin typeface="Arial MT"/>
                          <a:cs typeface="Arial MT"/>
                        </a:rPr>
                        <a:t>a</a:t>
                      </a:r>
                      <a:r>
                        <a:rPr dirty="0" sz="850" spc="-35">
                          <a:solidFill>
                            <a:srgbClr val="660000"/>
                          </a:solidFill>
                          <a:latin typeface="Arial MT"/>
                          <a:cs typeface="Arial MT"/>
                        </a:rPr>
                        <a:t>ctive </a:t>
                      </a:r>
                      <a:r>
                        <a:rPr dirty="0" sz="850">
                          <a:solidFill>
                            <a:srgbClr val="3890CD"/>
                          </a:solidFill>
                          <a:latin typeface="Arial MT"/>
                          <a:cs typeface="Arial MT"/>
                        </a:rPr>
                        <a:t>“</a:t>
                      </a:r>
                      <a:r>
                        <a:rPr dirty="0" sz="850" spc="-40">
                          <a:solidFill>
                            <a:srgbClr val="3890C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95">
                          <a:solidFill>
                            <a:srgbClr val="338ECC"/>
                          </a:solidFill>
                          <a:latin typeface="Arial MT"/>
                          <a:cs typeface="Arial MT"/>
                        </a:rPr>
                        <a:t>Z</a:t>
                      </a:r>
                      <a:r>
                        <a:rPr dirty="0" sz="850" spc="70">
                          <a:solidFill>
                            <a:srgbClr val="338E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0">
                          <a:solidFill>
                            <a:srgbClr val="3A90DB"/>
                          </a:solidFill>
                          <a:latin typeface="Arial MT"/>
                          <a:cs typeface="Arial MT"/>
                        </a:rPr>
                        <a:t>p</a:t>
                      </a:r>
                      <a:r>
                        <a:rPr dirty="0" sz="850" spc="-10">
                          <a:solidFill>
                            <a:srgbClr val="66003A"/>
                          </a:solidFill>
                          <a:latin typeface="Arial MT"/>
                          <a:cs typeface="Arial MT"/>
                        </a:rPr>
                        <a:t>ho</a:t>
                      </a:r>
                      <a:r>
                        <a:rPr dirty="0" sz="850" spc="-10"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850" spc="-10">
                          <a:solidFill>
                            <a:srgbClr val="3A0000"/>
                          </a:solidFill>
                          <a:latin typeface="Arial MT"/>
                          <a:cs typeface="Arial MT"/>
                        </a:rPr>
                        <a:t>e</a:t>
                      </a:r>
                      <a:endParaRPr sz="850">
                        <a:latin typeface="Arial MT"/>
                        <a:cs typeface="Arial MT"/>
                      </a:endParaRPr>
                    </a:p>
                    <a:p>
                      <a:pPr marL="7620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dirty="0" sz="850">
                          <a:solidFill>
                            <a:srgbClr val="3890CD"/>
                          </a:solidFill>
                          <a:latin typeface="Arial MT"/>
                          <a:cs typeface="Arial MT"/>
                        </a:rPr>
                        <a:t>“</a:t>
                      </a:r>
                      <a:r>
                        <a:rPr dirty="0" sz="850" spc="5">
                          <a:solidFill>
                            <a:srgbClr val="3890CD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195">
                          <a:solidFill>
                            <a:srgbClr val="338ECC"/>
                          </a:solidFill>
                          <a:latin typeface="Arial MT"/>
                          <a:cs typeface="Arial MT"/>
                        </a:rPr>
                        <a:t>Z</a:t>
                      </a:r>
                      <a:r>
                        <a:rPr dirty="0" sz="850" spc="95">
                          <a:solidFill>
                            <a:srgbClr val="338ECC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50">
                          <a:solidFill>
                            <a:srgbClr val="3A0000"/>
                          </a:solidFill>
                          <a:latin typeface="Arial MT"/>
                          <a:cs typeface="Arial MT"/>
                        </a:rPr>
                        <a:t>org</a:t>
                      </a:r>
                      <a:r>
                        <a:rPr dirty="0" sz="850" spc="-145">
                          <a:solidFill>
                            <a:srgbClr val="3A00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50">
                          <a:solidFill>
                            <a:srgbClr val="903A00"/>
                          </a:solidFill>
                          <a:latin typeface="Arial MT"/>
                          <a:cs typeface="Arial MT"/>
                        </a:rPr>
                        <a:t>anizatio</a:t>
                      </a:r>
                      <a:r>
                        <a:rPr dirty="0" sz="850" spc="-120">
                          <a:solidFill>
                            <a:srgbClr val="903A00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>
                          <a:solidFill>
                            <a:srgbClr val="909066"/>
                          </a:solidFill>
                          <a:latin typeface="Arial MT"/>
                          <a:cs typeface="Arial MT"/>
                        </a:rPr>
                        <a:t>n</a:t>
                      </a:r>
                      <a:r>
                        <a:rPr dirty="0" sz="850" spc="165">
                          <a:solidFill>
                            <a:srgbClr val="909066"/>
                          </a:solidFill>
                          <a:latin typeface="Arial MT"/>
                          <a:cs typeface="Arial MT"/>
                        </a:rPr>
                        <a:t> </a:t>
                      </a:r>
                      <a:r>
                        <a:rPr dirty="0" sz="850" spc="-25">
                          <a:latin typeface="Arial MT"/>
                          <a:cs typeface="Arial MT"/>
                        </a:rPr>
                        <a:t>id</a:t>
                      </a:r>
                      <a:endParaRPr sz="850">
                        <a:latin typeface="Arial MT"/>
                        <a:cs typeface="Arial MT"/>
                      </a:endParaRPr>
                    </a:p>
                  </a:txBody>
                  <a:tcPr marL="0" marR="0" marB="0" marT="12065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2" name="object 12" descr=""/>
          <p:cNvGraphicFramePr>
            <a:graphicFrameLocks noGrp="1"/>
          </p:cNvGraphicFramePr>
          <p:nvPr/>
        </p:nvGraphicFramePr>
        <p:xfrm>
          <a:off x="12984480" y="4474463"/>
          <a:ext cx="1024255" cy="13290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32815"/>
              </a:tblGrid>
              <a:tr h="215900">
                <a:tc>
                  <a:txBody>
                    <a:bodyPr/>
                    <a:lstStyle/>
                    <a:p>
                      <a:pPr marL="449580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dirty="0" sz="850" spc="-65">
                          <a:solidFill>
                            <a:srgbClr val="666633"/>
                          </a:solidFill>
                          <a:latin typeface="Cambria"/>
                          <a:cs typeface="Cambria"/>
                        </a:rPr>
                        <a:t>rol</a:t>
                      </a:r>
                      <a:r>
                        <a:rPr dirty="0" sz="850" spc="-75">
                          <a:solidFill>
                            <a:srgbClr val="666633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latin typeface="Cambria"/>
                          <a:cs typeface="Cambria"/>
                        </a:rPr>
                        <a:t>es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2286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2101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167640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dirty="0" sz="85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-20">
                          <a:solidFill>
                            <a:srgbClr val="4195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5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30">
                          <a:latin typeface="Cambria"/>
                          <a:cs typeface="Cambria"/>
                        </a:rPr>
                        <a:t>desc</a:t>
                      </a:r>
                      <a:r>
                        <a:rPr dirty="0" sz="850" spc="-6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60">
                          <a:solidFill>
                            <a:srgbClr val="66663A"/>
                          </a:solidFill>
                          <a:latin typeface="Cambria"/>
                          <a:cs typeface="Cambria"/>
                        </a:rPr>
                        <a:t>ri</a:t>
                      </a:r>
                      <a:r>
                        <a:rPr dirty="0" sz="850" spc="-60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pti</a:t>
                      </a:r>
                      <a:r>
                        <a:rPr dirty="0" sz="850" spc="-95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latin typeface="Cambria"/>
                          <a:cs typeface="Cambria"/>
                        </a:rPr>
                        <a:t>o</a:t>
                      </a:r>
                      <a:r>
                        <a:rPr dirty="0" sz="850" spc="-25">
                          <a:solidFill>
                            <a:srgbClr val="909066"/>
                          </a:solidFill>
                          <a:latin typeface="Cambria"/>
                          <a:cs typeface="Cambria"/>
                        </a:rPr>
                        <a:t>n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2065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52705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g:g</a:t>
                      </a:r>
                      <a:r>
                        <a:rPr dirty="0" sz="850" spc="6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0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p</a:t>
                      </a:r>
                      <a:r>
                        <a:rPr dirty="0" sz="850" spc="-5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ermi</a:t>
                      </a:r>
                      <a:r>
                        <a:rPr dirty="0" sz="850" spc="-70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65">
                          <a:latin typeface="Cambria"/>
                          <a:cs typeface="Cambria"/>
                        </a:rPr>
                        <a:t>ssi</a:t>
                      </a:r>
                      <a:r>
                        <a:rPr dirty="0" sz="850" spc="-9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3A0000"/>
                          </a:solidFill>
                          <a:latin typeface="Cambria"/>
                          <a:cs typeface="Cambria"/>
                        </a:rPr>
                        <a:t>o</a:t>
                      </a:r>
                      <a:r>
                        <a:rPr dirty="0" sz="850" spc="-25">
                          <a:latin typeface="Cambria"/>
                          <a:cs typeface="Cambria"/>
                        </a:rPr>
                        <a:t>ns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778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73355"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'j</a:t>
                      </a:r>
                      <a:r>
                        <a:rPr dirty="0" sz="850" spc="3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55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/'</a:t>
                      </a:r>
                      <a:r>
                        <a:rPr dirty="0" sz="850" spc="90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45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c</a:t>
                      </a:r>
                      <a:r>
                        <a:rPr dirty="0" sz="850" spc="-90">
                          <a:solidFill>
                            <a:srgbClr val="660000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latin typeface="Cambria"/>
                          <a:cs typeface="Cambria"/>
                        </a:rPr>
                        <a:t>reated</a:t>
                      </a:r>
                      <a:r>
                        <a:rPr dirty="0" sz="850" spc="25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778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92405">
                <a:tc>
                  <a:txBody>
                    <a:bodyPr/>
                    <a:lstStyle/>
                    <a:p>
                      <a:pPr marL="48260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dirty="0" sz="850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'j</a:t>
                      </a:r>
                      <a:r>
                        <a:rPr dirty="0" sz="850" spc="35">
                          <a:solidFill>
                            <a:srgbClr val="3D93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60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/'</a:t>
                      </a:r>
                      <a:r>
                        <a:rPr dirty="0" sz="850" spc="100">
                          <a:solidFill>
                            <a:srgbClr val="4297CF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85">
                          <a:latin typeface="Cambria"/>
                          <a:cs typeface="Cambria"/>
                        </a:rPr>
                        <a:t>u</a:t>
                      </a:r>
                      <a:r>
                        <a:rPr dirty="0" sz="850" spc="-9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55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a</a:t>
                      </a:r>
                      <a:r>
                        <a:rPr dirty="0" sz="850" spc="-95">
                          <a:solidFill>
                            <a:srgbClr val="3A90DB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10">
                          <a:latin typeface="Cambria"/>
                          <a:cs typeface="Cambria"/>
                        </a:rPr>
                        <a:t>d</a:t>
                      </a:r>
                      <a:r>
                        <a:rPr dirty="0" sz="850" spc="-85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latin typeface="Cambria"/>
                          <a:cs typeface="Cambria"/>
                        </a:rPr>
                        <a:t>ated</a:t>
                      </a:r>
                      <a:r>
                        <a:rPr dirty="0" sz="850" spc="204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solidFill>
                            <a:srgbClr val="903A00"/>
                          </a:solidFill>
                          <a:latin typeface="Cambria"/>
                          <a:cs typeface="Cambria"/>
                        </a:rPr>
                        <a:t>at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1778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</a:tcPr>
                </a:tc>
              </a:tr>
              <a:tr h="1962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3" name="object 13" descr=""/>
          <p:cNvGraphicFramePr>
            <a:graphicFrameLocks noGrp="1"/>
          </p:cNvGraphicFramePr>
          <p:nvPr/>
        </p:nvGraphicFramePr>
        <p:xfrm>
          <a:off x="13042392" y="2990087"/>
          <a:ext cx="802005" cy="812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09930"/>
              </a:tblGrid>
              <a:tr h="21907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dirty="0" sz="850">
                          <a:solidFill>
                            <a:srgbClr val="3387C4"/>
                          </a:solidFill>
                          <a:latin typeface="Cambria"/>
                          <a:cs typeface="Cambria"/>
                        </a:rPr>
                        <a:t>@</a:t>
                      </a:r>
                      <a:r>
                        <a:rPr dirty="0" sz="850" spc="415">
                          <a:solidFill>
                            <a:srgbClr val="3387C4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user_roIes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26034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177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9050">
                      <a:solidFill>
                        <a:srgbClr val="008CCC"/>
                      </a:solidFill>
                      <a:prstDash val="solid"/>
                    </a:lnT>
                    <a:lnB w="1270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  <a:tr h="415925">
                <a:tc>
                  <a:txBody>
                    <a:bodyPr/>
                    <a:lstStyle/>
                    <a:p>
                      <a:pPr marL="70485" marR="172720">
                        <a:lnSpc>
                          <a:spcPct val="134100"/>
                        </a:lnSpc>
                      </a:pPr>
                      <a:r>
                        <a:rPr dirty="0" sz="850">
                          <a:solidFill>
                            <a:srgbClr val="3890CD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-20">
                          <a:solidFill>
                            <a:srgbClr val="3890CD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35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0">
                          <a:latin typeface="Cambria"/>
                          <a:cs typeface="Cambria"/>
                        </a:rPr>
                        <a:t>user</a:t>
                      </a:r>
                      <a:r>
                        <a:rPr dirty="0" sz="850" spc="12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80">
                          <a:latin typeface="Cambria"/>
                          <a:cs typeface="Cambria"/>
                        </a:rPr>
                        <a:t>id</a:t>
                      </a:r>
                      <a:r>
                        <a:rPr dirty="0" sz="850" spc="50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890CD"/>
                          </a:solidFill>
                          <a:latin typeface="Cambria"/>
                          <a:cs typeface="Cambria"/>
                        </a:rPr>
                        <a:t>“</a:t>
                      </a:r>
                      <a:r>
                        <a:rPr dirty="0" sz="850" spc="-15">
                          <a:solidFill>
                            <a:srgbClr val="3890CD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Z</a:t>
                      </a:r>
                      <a:r>
                        <a:rPr dirty="0" sz="850" spc="40">
                          <a:solidFill>
                            <a:srgbClr val="338ECC"/>
                          </a:solidFill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10">
                          <a:latin typeface="Cambria"/>
                          <a:cs typeface="Cambria"/>
                        </a:rPr>
                        <a:t>role</a:t>
                      </a:r>
                      <a:r>
                        <a:rPr dirty="0" sz="850" spc="80">
                          <a:latin typeface="Cambria"/>
                          <a:cs typeface="Cambria"/>
                        </a:rPr>
                        <a:t> </a:t>
                      </a:r>
                      <a:r>
                        <a:rPr dirty="0" sz="850" spc="-25">
                          <a:latin typeface="Cambria"/>
                          <a:cs typeface="Cambria"/>
                        </a:rPr>
                        <a:t>id</a:t>
                      </a:r>
                      <a:endParaRPr sz="850">
                        <a:latin typeface="Cambria"/>
                        <a:cs typeface="Cambria"/>
                      </a:endParaRPr>
                    </a:p>
                  </a:txBody>
                  <a:tcPr marL="0" marR="0" marB="0" marT="0">
                    <a:lnL w="19050">
                      <a:solidFill>
                        <a:srgbClr val="008CCC"/>
                      </a:solidFill>
                      <a:prstDash val="solid"/>
                    </a:lnL>
                    <a:lnR w="19050">
                      <a:solidFill>
                        <a:srgbClr val="008CCC"/>
                      </a:solidFill>
                      <a:prstDash val="solid"/>
                    </a:lnR>
                    <a:lnT w="12700">
                      <a:solidFill>
                        <a:srgbClr val="008CCC"/>
                      </a:solidFill>
                      <a:prstDash val="solid"/>
                    </a:lnT>
                    <a:lnB w="19050">
                      <a:solidFill>
                        <a:srgbClr val="008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4" name="object 14" descr=""/>
          <p:cNvGrpSpPr/>
          <p:nvPr/>
        </p:nvGrpSpPr>
        <p:grpSpPr>
          <a:xfrm>
            <a:off x="0" y="0"/>
            <a:ext cx="3767454" cy="10287000"/>
            <a:chOff x="0" y="0"/>
            <a:chExt cx="3767454" cy="10287000"/>
          </a:xfrm>
        </p:grpSpPr>
        <p:pic>
          <p:nvPicPr>
            <p:cNvPr id="15" name="object 1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767328" cy="10286999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3767328" cy="10286999"/>
            </a:xfrm>
            <a:prstGeom prst="rect">
              <a:avLst/>
            </a:prstGeom>
          </p:spPr>
        </p:pic>
      </p:grpSp>
      <p:pic>
        <p:nvPicPr>
          <p:cNvPr id="17" name="object 17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21708" y="2747771"/>
            <a:ext cx="82296" cy="73151"/>
          </a:xfrm>
          <a:prstGeom prst="rect">
            <a:avLst/>
          </a:prstGeom>
        </p:spPr>
      </p:pic>
      <p:pic>
        <p:nvPicPr>
          <p:cNvPr id="18" name="object 18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89803" y="7740395"/>
            <a:ext cx="411479" cy="73151"/>
          </a:xfrm>
          <a:prstGeom prst="rect">
            <a:avLst/>
          </a:prstGeom>
        </p:spPr>
      </p:pic>
      <p:pic>
        <p:nvPicPr>
          <p:cNvPr id="19" name="object 19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05956" y="3584447"/>
            <a:ext cx="86868" cy="86868"/>
          </a:xfrm>
          <a:prstGeom prst="rect">
            <a:avLst/>
          </a:prstGeom>
        </p:spPr>
      </p:pic>
      <p:pic>
        <p:nvPicPr>
          <p:cNvPr id="20" name="object 2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05956" y="5527547"/>
            <a:ext cx="86868" cy="86867"/>
          </a:xfrm>
          <a:prstGeom prst="rect">
            <a:avLst/>
          </a:prstGeom>
        </p:spPr>
      </p:pic>
      <p:pic>
        <p:nvPicPr>
          <p:cNvPr id="21" name="object 21" descr="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473952" y="8238743"/>
            <a:ext cx="86868" cy="86868"/>
          </a:xfrm>
          <a:prstGeom prst="rect">
            <a:avLst/>
          </a:prstGeom>
        </p:spPr>
      </p:pic>
      <p:pic>
        <p:nvPicPr>
          <p:cNvPr id="22" name="object 22" descr="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101583" y="4622291"/>
            <a:ext cx="86868" cy="73151"/>
          </a:xfrm>
          <a:prstGeom prst="rect">
            <a:avLst/>
          </a:prstGeom>
        </p:spPr>
      </p:pic>
      <p:pic>
        <p:nvPicPr>
          <p:cNvPr id="23" name="object 23" descr="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662671" y="7923276"/>
            <a:ext cx="379475" cy="96012"/>
          </a:xfrm>
          <a:prstGeom prst="rect">
            <a:avLst/>
          </a:prstGeom>
        </p:spPr>
      </p:pic>
      <p:pic>
        <p:nvPicPr>
          <p:cNvPr id="24" name="object 24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380476" y="5458967"/>
            <a:ext cx="86868" cy="86867"/>
          </a:xfrm>
          <a:prstGeom prst="rect">
            <a:avLst/>
          </a:prstGeom>
        </p:spPr>
      </p:pic>
      <p:pic>
        <p:nvPicPr>
          <p:cNvPr id="25" name="object 25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8380476" y="7251191"/>
            <a:ext cx="50292" cy="82295"/>
          </a:xfrm>
          <a:prstGeom prst="rect">
            <a:avLst/>
          </a:prstGeom>
        </p:spPr>
      </p:pic>
      <p:pic>
        <p:nvPicPr>
          <p:cNvPr id="26" name="object 26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380476" y="9244583"/>
            <a:ext cx="86868" cy="86868"/>
          </a:xfrm>
          <a:prstGeom prst="rect">
            <a:avLst/>
          </a:prstGeom>
        </p:spPr>
      </p:pic>
      <p:pic>
        <p:nvPicPr>
          <p:cNvPr id="27" name="object 27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8494776" y="3968495"/>
            <a:ext cx="86868" cy="86867"/>
          </a:xfrm>
          <a:prstGeom prst="rect">
            <a:avLst/>
          </a:prstGeom>
        </p:spPr>
      </p:pic>
      <p:pic>
        <p:nvPicPr>
          <p:cNvPr id="28" name="object 28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9752076" y="8801100"/>
            <a:ext cx="763524" cy="96012"/>
          </a:xfrm>
          <a:prstGeom prst="rect">
            <a:avLst/>
          </a:prstGeom>
        </p:spPr>
      </p:pic>
      <p:pic>
        <p:nvPicPr>
          <p:cNvPr id="29" name="object 29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0565892" y="4375403"/>
            <a:ext cx="86868" cy="86867"/>
          </a:xfrm>
          <a:prstGeom prst="rect">
            <a:avLst/>
          </a:prstGeom>
        </p:spPr>
      </p:pic>
      <p:pic>
        <p:nvPicPr>
          <p:cNvPr id="30" name="object 30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1928347" y="4475987"/>
            <a:ext cx="86868" cy="73151"/>
          </a:xfrm>
          <a:prstGeom prst="rect">
            <a:avLst/>
          </a:prstGeom>
        </p:spPr>
      </p:pic>
      <p:pic>
        <p:nvPicPr>
          <p:cNvPr id="31" name="object 31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832335" y="7306055"/>
            <a:ext cx="333755" cy="105156"/>
          </a:xfrm>
          <a:prstGeom prst="rect">
            <a:avLst/>
          </a:prstGeom>
        </p:spPr>
      </p:pic>
      <p:pic>
        <p:nvPicPr>
          <p:cNvPr id="32" name="object 32" descr="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2979907" y="3351275"/>
            <a:ext cx="64007" cy="86868"/>
          </a:xfrm>
          <a:prstGeom prst="rect">
            <a:avLst/>
          </a:prstGeom>
        </p:spPr>
      </p:pic>
      <p:pic>
        <p:nvPicPr>
          <p:cNvPr id="33" name="object 33" descr="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3386815" y="3817619"/>
            <a:ext cx="86867" cy="73151"/>
          </a:xfrm>
          <a:prstGeom prst="rect">
            <a:avLst/>
          </a:prstGeom>
        </p:spPr>
      </p:pic>
      <p:pic>
        <p:nvPicPr>
          <p:cNvPr id="34" name="object 34" descr="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3057632" y="5660135"/>
            <a:ext cx="406907" cy="68579"/>
          </a:xfrm>
          <a:prstGeom prst="rect">
            <a:avLst/>
          </a:prstGeom>
        </p:spPr>
      </p:pic>
      <p:pic>
        <p:nvPicPr>
          <p:cNvPr id="35" name="object 35" descr="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5289803" y="2459735"/>
            <a:ext cx="219455" cy="77724"/>
          </a:xfrm>
          <a:prstGeom prst="rect">
            <a:avLst/>
          </a:prstGeom>
        </p:spPr>
      </p:pic>
      <p:pic>
        <p:nvPicPr>
          <p:cNvPr id="36" name="object 36" descr="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383780" y="3899915"/>
            <a:ext cx="224027" cy="77724"/>
          </a:xfrm>
          <a:prstGeom prst="rect">
            <a:avLst/>
          </a:prstGeom>
        </p:spPr>
      </p:pic>
      <p:pic>
        <p:nvPicPr>
          <p:cNvPr id="37" name="object 37" descr="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383780" y="5495543"/>
            <a:ext cx="224027" cy="77724"/>
          </a:xfrm>
          <a:prstGeom prst="rect">
            <a:avLst/>
          </a:prstGeom>
        </p:spPr>
      </p:pic>
      <p:pic>
        <p:nvPicPr>
          <p:cNvPr id="38" name="object 38" descr="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383780" y="8133588"/>
            <a:ext cx="224027" cy="77724"/>
          </a:xfrm>
          <a:prstGeom prst="rect">
            <a:avLst/>
          </a:prstGeom>
        </p:spPr>
      </p:pic>
      <p:pic>
        <p:nvPicPr>
          <p:cNvPr id="39" name="object 39" descr="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9596628" y="4261103"/>
            <a:ext cx="224027" cy="77724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9596628" y="6551676"/>
            <a:ext cx="224027" cy="77724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9596628" y="6761988"/>
            <a:ext cx="649224" cy="598932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9596628" y="9006840"/>
            <a:ext cx="224027" cy="82296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11393423" y="2537459"/>
            <a:ext cx="224027" cy="77724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11832335" y="6926579"/>
            <a:ext cx="219455" cy="77724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13117067" y="3264407"/>
            <a:ext cx="228600" cy="77724"/>
          </a:xfrm>
          <a:prstGeom prst="rect">
            <a:avLst/>
          </a:prstGeom>
        </p:spPr>
      </p:pic>
      <p:pic>
        <p:nvPicPr>
          <p:cNvPr id="46" name="object 46" descr="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13057632" y="4750307"/>
            <a:ext cx="224028" cy="77724"/>
          </a:xfrm>
          <a:prstGeom prst="rect">
            <a:avLst/>
          </a:prstGeom>
        </p:spPr>
      </p:pic>
      <p:sp>
        <p:nvSpPr>
          <p:cNvPr id="47" name="object 47" descr=""/>
          <p:cNvSpPr txBox="1"/>
          <p:nvPr/>
        </p:nvSpPr>
        <p:spPr>
          <a:xfrm>
            <a:off x="5255745" y="85090"/>
            <a:ext cx="794385" cy="14401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18135">
              <a:lnSpc>
                <a:spcPct val="100000"/>
              </a:lnSpc>
              <a:spcBef>
                <a:spcPts val="100"/>
              </a:spcBef>
            </a:pPr>
            <a:r>
              <a:rPr dirty="0" sz="850" spc="-10">
                <a:latin typeface="Cambria"/>
                <a:cs typeface="Cambria"/>
              </a:rPr>
              <a:t>user</a:t>
            </a:r>
            <a:r>
              <a:rPr dirty="0" sz="850" spc="80">
                <a:latin typeface="Cambria"/>
                <a:cs typeface="Cambria"/>
              </a:rPr>
              <a:t> </a:t>
            </a:r>
            <a:r>
              <a:rPr dirty="0" sz="850" spc="-85">
                <a:latin typeface="Cambria"/>
                <a:cs typeface="Cambria"/>
              </a:rPr>
              <a:t>u</a:t>
            </a:r>
            <a:r>
              <a:rPr dirty="0" sz="850" spc="-95">
                <a:latin typeface="Cambria"/>
                <a:cs typeface="Cambria"/>
              </a:rPr>
              <a:t> </a:t>
            </a:r>
            <a:r>
              <a:rPr dirty="0" sz="850" spc="-20">
                <a:latin typeface="Cambria"/>
                <a:cs typeface="Cambria"/>
              </a:rPr>
              <a:t>nits</a:t>
            </a:r>
            <a:endParaRPr sz="85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850">
              <a:latin typeface="Cambria"/>
              <a:cs typeface="Cambria"/>
            </a:endParaRPr>
          </a:p>
          <a:p>
            <a:pPr algn="just" marL="27940" marR="298450">
              <a:lnSpc>
                <a:spcPct val="134100"/>
              </a:lnSpc>
            </a:pPr>
            <a:r>
              <a:rPr dirty="0" sz="850">
                <a:solidFill>
                  <a:srgbClr val="4195CF"/>
                </a:solidFill>
                <a:latin typeface="Cambria"/>
                <a:cs typeface="Cambria"/>
              </a:rPr>
              <a:t>“</a:t>
            </a:r>
            <a:r>
              <a:rPr dirty="0" sz="850" spc="-35">
                <a:solidFill>
                  <a:srgbClr val="4195CF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338ECC"/>
                </a:solidFill>
                <a:latin typeface="Cambria"/>
                <a:cs typeface="Cambria"/>
              </a:rPr>
              <a:t>Z</a:t>
            </a:r>
            <a:r>
              <a:rPr dirty="0" sz="850" spc="25">
                <a:solidFill>
                  <a:srgbClr val="338ECC"/>
                </a:solidFill>
                <a:latin typeface="Cambria"/>
                <a:cs typeface="Cambria"/>
              </a:rPr>
              <a:t> </a:t>
            </a:r>
            <a:r>
              <a:rPr dirty="0" sz="850">
                <a:latin typeface="Cambria"/>
                <a:cs typeface="Cambria"/>
              </a:rPr>
              <a:t>user</a:t>
            </a:r>
            <a:r>
              <a:rPr dirty="0" sz="850" spc="60">
                <a:latin typeface="Cambria"/>
                <a:cs typeface="Cambria"/>
              </a:rPr>
              <a:t> </a:t>
            </a:r>
            <a:r>
              <a:rPr dirty="0" sz="850" spc="-75">
                <a:solidFill>
                  <a:srgbClr val="66003A"/>
                </a:solidFill>
                <a:latin typeface="Cambria"/>
                <a:cs typeface="Cambria"/>
              </a:rPr>
              <a:t>i</a:t>
            </a:r>
            <a:r>
              <a:rPr dirty="0" sz="850" spc="-75">
                <a:latin typeface="Cambria"/>
                <a:cs typeface="Cambria"/>
              </a:rPr>
              <a:t>d</a:t>
            </a:r>
            <a:r>
              <a:rPr dirty="0" sz="850" spc="500"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4195CF"/>
                </a:solidFill>
                <a:latin typeface="Cambria"/>
                <a:cs typeface="Cambria"/>
              </a:rPr>
              <a:t>“</a:t>
            </a:r>
            <a:r>
              <a:rPr dirty="0" sz="850" spc="210">
                <a:solidFill>
                  <a:srgbClr val="4195CF"/>
                </a:solidFill>
                <a:latin typeface="Cambria"/>
                <a:cs typeface="Cambria"/>
              </a:rPr>
              <a:t>  </a:t>
            </a:r>
            <a:r>
              <a:rPr dirty="0" sz="850">
                <a:latin typeface="Cambria"/>
                <a:cs typeface="Cambria"/>
              </a:rPr>
              <a:t>unit</a:t>
            </a:r>
            <a:r>
              <a:rPr dirty="0" sz="850" spc="150">
                <a:latin typeface="Cambria"/>
                <a:cs typeface="Cambria"/>
              </a:rPr>
              <a:t> </a:t>
            </a:r>
            <a:r>
              <a:rPr dirty="0" sz="850" spc="-40">
                <a:solidFill>
                  <a:srgbClr val="66003A"/>
                </a:solidFill>
                <a:latin typeface="Cambria"/>
                <a:cs typeface="Cambria"/>
              </a:rPr>
              <a:t>i</a:t>
            </a:r>
            <a:r>
              <a:rPr dirty="0" sz="850" spc="-40">
                <a:latin typeface="Cambria"/>
                <a:cs typeface="Cambria"/>
              </a:rPr>
              <a:t>d</a:t>
            </a:r>
            <a:r>
              <a:rPr dirty="0" sz="850" spc="500"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85BCE1"/>
                </a:solidFill>
                <a:latin typeface="Cambria"/>
                <a:cs typeface="Cambria"/>
              </a:rPr>
              <a:t>“</a:t>
            </a:r>
            <a:r>
              <a:rPr dirty="0" sz="850" spc="-15">
                <a:solidFill>
                  <a:srgbClr val="85BCE1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338ECC"/>
                </a:solidFill>
                <a:latin typeface="Cambria"/>
                <a:cs typeface="Cambria"/>
              </a:rPr>
              <a:t>Z</a:t>
            </a:r>
            <a:r>
              <a:rPr dirty="0" sz="850" spc="60">
                <a:solidFill>
                  <a:srgbClr val="338ECC"/>
                </a:solidFill>
                <a:latin typeface="Cambria"/>
                <a:cs typeface="Cambria"/>
              </a:rPr>
              <a:t> </a:t>
            </a:r>
            <a:r>
              <a:rPr dirty="0" sz="850" spc="-50">
                <a:latin typeface="Cambria"/>
                <a:cs typeface="Cambria"/>
              </a:rPr>
              <a:t>statu</a:t>
            </a:r>
            <a:r>
              <a:rPr dirty="0" sz="850" spc="-65">
                <a:latin typeface="Cambria"/>
                <a:cs typeface="Cambria"/>
              </a:rPr>
              <a:t> </a:t>
            </a:r>
            <a:r>
              <a:rPr dirty="0" sz="850" spc="-50">
                <a:latin typeface="Cambria"/>
                <a:cs typeface="Cambria"/>
              </a:rPr>
              <a:t>s</a:t>
            </a:r>
            <a:endParaRPr sz="850">
              <a:latin typeface="Cambria"/>
              <a:cs typeface="Cambria"/>
            </a:endParaRPr>
          </a:p>
          <a:p>
            <a:pPr algn="just" marL="12700" marR="5080">
              <a:lnSpc>
                <a:spcPct val="134100"/>
              </a:lnSpc>
            </a:pPr>
            <a:r>
              <a:rPr dirty="0" sz="850" spc="-45">
                <a:solidFill>
                  <a:srgbClr val="3D93CF"/>
                </a:solidFill>
                <a:latin typeface="Cambria"/>
                <a:cs typeface="Cambria"/>
              </a:rPr>
              <a:t>'</a:t>
            </a:r>
            <a:r>
              <a:rPr dirty="0" sz="850" spc="370">
                <a:solidFill>
                  <a:srgbClr val="3D93CF"/>
                </a:solidFill>
                <a:latin typeface="Cambria"/>
                <a:cs typeface="Cambria"/>
              </a:rPr>
              <a:t> </a:t>
            </a:r>
            <a:r>
              <a:rPr dirty="0" sz="850" spc="-165">
                <a:solidFill>
                  <a:srgbClr val="4297CF"/>
                </a:solidFill>
                <a:latin typeface="Cambria"/>
                <a:cs typeface="Cambria"/>
              </a:rPr>
              <a:t>/'</a:t>
            </a:r>
            <a:r>
              <a:rPr dirty="0" sz="850" spc="110">
                <a:solidFill>
                  <a:srgbClr val="4297CF"/>
                </a:solidFill>
                <a:latin typeface="Cambria"/>
                <a:cs typeface="Cambria"/>
              </a:rPr>
              <a:t> </a:t>
            </a:r>
            <a:r>
              <a:rPr dirty="0" sz="850" spc="-85">
                <a:latin typeface="Cambria"/>
                <a:cs typeface="Cambria"/>
              </a:rPr>
              <a:t>c</a:t>
            </a:r>
            <a:r>
              <a:rPr dirty="0" sz="850" spc="-90">
                <a:latin typeface="Cambria"/>
                <a:cs typeface="Cambria"/>
              </a:rPr>
              <a:t> </a:t>
            </a:r>
            <a:r>
              <a:rPr dirty="0" sz="850" spc="-25">
                <a:solidFill>
                  <a:srgbClr val="3A0000"/>
                </a:solidFill>
                <a:latin typeface="Cambria"/>
                <a:cs typeface="Cambria"/>
              </a:rPr>
              <a:t>on</a:t>
            </a:r>
            <a:r>
              <a:rPr dirty="0" sz="850" spc="-25">
                <a:latin typeface="Cambria"/>
                <a:cs typeface="Cambria"/>
              </a:rPr>
              <a:t>firmed</a:t>
            </a:r>
            <a:r>
              <a:rPr dirty="0" sz="850" spc="305">
                <a:latin typeface="Cambria"/>
                <a:cs typeface="Cambria"/>
              </a:rPr>
              <a:t> </a:t>
            </a:r>
            <a:r>
              <a:rPr dirty="0" sz="850" spc="-45">
                <a:solidFill>
                  <a:srgbClr val="903A00"/>
                </a:solidFill>
                <a:latin typeface="Cambria"/>
                <a:cs typeface="Cambria"/>
              </a:rPr>
              <a:t>at</a:t>
            </a:r>
            <a:r>
              <a:rPr dirty="0" sz="850" spc="-30">
                <a:solidFill>
                  <a:srgbClr val="903A00"/>
                </a:solidFill>
                <a:latin typeface="Cambria"/>
                <a:cs typeface="Cambria"/>
              </a:rPr>
              <a:t> </a:t>
            </a:r>
            <a:r>
              <a:rPr dirty="0" sz="850" spc="-45">
                <a:solidFill>
                  <a:srgbClr val="3D93CF"/>
                </a:solidFill>
                <a:latin typeface="Cambria"/>
                <a:cs typeface="Cambria"/>
              </a:rPr>
              <a:t>'</a:t>
            </a:r>
            <a:r>
              <a:rPr dirty="0" sz="850" spc="370">
                <a:solidFill>
                  <a:srgbClr val="3D93CF"/>
                </a:solidFill>
                <a:latin typeface="Cambria"/>
                <a:cs typeface="Cambria"/>
              </a:rPr>
              <a:t> </a:t>
            </a:r>
            <a:r>
              <a:rPr dirty="0" sz="850" spc="-165">
                <a:solidFill>
                  <a:srgbClr val="4297CF"/>
                </a:solidFill>
                <a:latin typeface="Cambria"/>
                <a:cs typeface="Cambria"/>
              </a:rPr>
              <a:t>/'</a:t>
            </a:r>
            <a:r>
              <a:rPr dirty="0" sz="850" spc="110">
                <a:solidFill>
                  <a:srgbClr val="4297CF"/>
                </a:solidFill>
                <a:latin typeface="Cambria"/>
                <a:cs typeface="Cambria"/>
              </a:rPr>
              <a:t> </a:t>
            </a:r>
            <a:r>
              <a:rPr dirty="0" sz="850" spc="-85">
                <a:latin typeface="Cambria"/>
                <a:cs typeface="Cambria"/>
              </a:rPr>
              <a:t>c</a:t>
            </a:r>
            <a:r>
              <a:rPr dirty="0" sz="850" spc="-80">
                <a:latin typeface="Cambria"/>
                <a:cs typeface="Cambria"/>
              </a:rPr>
              <a:t> reaEed</a:t>
            </a:r>
            <a:r>
              <a:rPr dirty="0" sz="850" spc="285">
                <a:latin typeface="Cambria"/>
                <a:cs typeface="Cambria"/>
              </a:rPr>
              <a:t> </a:t>
            </a:r>
            <a:r>
              <a:rPr dirty="0" sz="850" spc="-45">
                <a:solidFill>
                  <a:srgbClr val="903A00"/>
                </a:solidFill>
                <a:latin typeface="Cambria"/>
                <a:cs typeface="Cambria"/>
              </a:rPr>
              <a:t>at</a:t>
            </a:r>
            <a:endParaRPr sz="850">
              <a:latin typeface="Cambria"/>
              <a:cs typeface="Cambria"/>
            </a:endParaRPr>
          </a:p>
          <a:p>
            <a:pPr algn="just" marL="12700">
              <a:lnSpc>
                <a:spcPct val="100000"/>
              </a:lnSpc>
              <a:spcBef>
                <a:spcPts val="350"/>
              </a:spcBef>
            </a:pPr>
            <a:r>
              <a:rPr dirty="0" sz="850">
                <a:solidFill>
                  <a:srgbClr val="3D93CF"/>
                </a:solidFill>
                <a:latin typeface="Cambria"/>
                <a:cs typeface="Cambria"/>
              </a:rPr>
              <a:t>'</a:t>
            </a:r>
            <a:r>
              <a:rPr dirty="0" sz="850" spc="270">
                <a:solidFill>
                  <a:srgbClr val="3D93CF"/>
                </a:solidFill>
                <a:latin typeface="Cambria"/>
                <a:cs typeface="Cambria"/>
              </a:rPr>
              <a:t> </a:t>
            </a:r>
            <a:r>
              <a:rPr dirty="0" sz="850" spc="-160">
                <a:solidFill>
                  <a:srgbClr val="4297CF"/>
                </a:solidFill>
                <a:latin typeface="Cambria"/>
                <a:cs typeface="Cambria"/>
              </a:rPr>
              <a:t>/'</a:t>
            </a:r>
            <a:r>
              <a:rPr dirty="0" sz="850" spc="110">
                <a:solidFill>
                  <a:srgbClr val="4297CF"/>
                </a:solidFill>
                <a:latin typeface="Cambria"/>
                <a:cs typeface="Cambria"/>
              </a:rPr>
              <a:t> </a:t>
            </a:r>
            <a:r>
              <a:rPr dirty="0" sz="850" spc="-40">
                <a:latin typeface="Cambria"/>
                <a:cs typeface="Cambria"/>
              </a:rPr>
              <a:t>upd</a:t>
            </a:r>
            <a:r>
              <a:rPr dirty="0" sz="850" spc="-90">
                <a:latin typeface="Cambria"/>
                <a:cs typeface="Cambria"/>
              </a:rPr>
              <a:t> </a:t>
            </a:r>
            <a:r>
              <a:rPr dirty="0" sz="850" spc="-10">
                <a:latin typeface="Cambria"/>
                <a:cs typeface="Cambria"/>
              </a:rPr>
              <a:t>ated</a:t>
            </a:r>
            <a:r>
              <a:rPr dirty="0" sz="850" spc="235">
                <a:latin typeface="Cambria"/>
                <a:cs typeface="Cambria"/>
              </a:rPr>
              <a:t> </a:t>
            </a:r>
            <a:r>
              <a:rPr dirty="0" sz="850" spc="-25">
                <a:latin typeface="Cambria"/>
                <a:cs typeface="Cambria"/>
              </a:rPr>
              <a:t>at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48" name="object 48" descr=""/>
          <p:cNvSpPr txBox="1"/>
          <p:nvPr/>
        </p:nvSpPr>
        <p:spPr>
          <a:xfrm>
            <a:off x="9332052" y="4771389"/>
            <a:ext cx="4826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50">
                <a:solidFill>
                  <a:srgbClr val="3890CD"/>
                </a:solidFill>
                <a:latin typeface="Cambria"/>
                <a:cs typeface="Cambria"/>
              </a:rPr>
              <a:t>'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49" name="object 49" descr=""/>
          <p:cNvSpPr txBox="1"/>
          <p:nvPr/>
        </p:nvSpPr>
        <p:spPr>
          <a:xfrm>
            <a:off x="9849301" y="6298437"/>
            <a:ext cx="436880" cy="1549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850" spc="-80">
                <a:solidFill>
                  <a:srgbClr val="660033"/>
                </a:solidFill>
                <a:latin typeface="Cambria"/>
                <a:cs typeface="Cambria"/>
              </a:rPr>
              <a:t>in</a:t>
            </a:r>
            <a:r>
              <a:rPr dirty="0" sz="850" spc="-85">
                <a:solidFill>
                  <a:srgbClr val="660033"/>
                </a:solidFill>
                <a:latin typeface="Cambria"/>
                <a:cs typeface="Cambria"/>
              </a:rPr>
              <a:t> </a:t>
            </a:r>
            <a:r>
              <a:rPr dirty="0" sz="850" spc="-90">
                <a:solidFill>
                  <a:srgbClr val="FFFFE1"/>
                </a:solidFill>
                <a:latin typeface="Cambria"/>
                <a:cs typeface="Cambria"/>
              </a:rPr>
              <a:t>c</a:t>
            </a:r>
            <a:r>
              <a:rPr dirty="0" sz="850" spc="-65">
                <a:solidFill>
                  <a:srgbClr val="FFFFE1"/>
                </a:solidFill>
                <a:latin typeface="Cambria"/>
                <a:cs typeface="Cambria"/>
              </a:rPr>
              <a:t> </a:t>
            </a:r>
            <a:r>
              <a:rPr dirty="0" sz="850" spc="-10">
                <a:solidFill>
                  <a:srgbClr val="660033"/>
                </a:solidFill>
                <a:latin typeface="Cambria"/>
                <a:cs typeface="Cambria"/>
              </a:rPr>
              <a:t>i</a:t>
            </a:r>
            <a:r>
              <a:rPr dirty="0" sz="850" spc="-10">
                <a:latin typeface="Cambria"/>
                <a:cs typeface="Cambria"/>
              </a:rPr>
              <a:t>dents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50" name="object 50" descr=""/>
          <p:cNvSpPr txBox="1"/>
          <p:nvPr/>
        </p:nvSpPr>
        <p:spPr>
          <a:xfrm>
            <a:off x="9567140" y="7365238"/>
            <a:ext cx="698500" cy="546735"/>
          </a:xfrm>
          <a:prstGeom prst="rect">
            <a:avLst/>
          </a:prstGeom>
        </p:spPr>
        <p:txBody>
          <a:bodyPr wrap="square" lIns="0" tIns="5651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  <a:tabLst>
                <a:tab pos="179070" algn="l"/>
              </a:tabLst>
            </a:pPr>
            <a:r>
              <a:rPr dirty="0" sz="850" spc="-50">
                <a:solidFill>
                  <a:srgbClr val="3D93CF"/>
                </a:solidFill>
                <a:latin typeface="Cambria"/>
                <a:cs typeface="Cambria"/>
              </a:rPr>
              <a:t>'</a:t>
            </a:r>
            <a:r>
              <a:rPr dirty="0" sz="850">
                <a:solidFill>
                  <a:srgbClr val="3D93CF"/>
                </a:solidFill>
                <a:latin typeface="Cambria"/>
                <a:cs typeface="Cambria"/>
              </a:rPr>
              <a:t>	</a:t>
            </a:r>
            <a:r>
              <a:rPr dirty="0" sz="850" spc="-10">
                <a:latin typeface="Cambria"/>
                <a:cs typeface="Cambria"/>
              </a:rPr>
              <a:t>created</a:t>
            </a:r>
            <a:r>
              <a:rPr dirty="0" sz="850" spc="114">
                <a:latin typeface="Cambria"/>
                <a:cs typeface="Cambria"/>
              </a:rPr>
              <a:t> </a:t>
            </a:r>
            <a:r>
              <a:rPr dirty="0" sz="850" spc="-25">
                <a:solidFill>
                  <a:srgbClr val="903A00"/>
                </a:solidFill>
                <a:latin typeface="Cambria"/>
                <a:cs typeface="Cambria"/>
              </a:rPr>
              <a:t>at</a:t>
            </a:r>
            <a:endParaRPr sz="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  <a:tabLst>
                <a:tab pos="179070" algn="l"/>
              </a:tabLst>
            </a:pPr>
            <a:r>
              <a:rPr dirty="0" sz="850" spc="-50">
                <a:solidFill>
                  <a:srgbClr val="3D93CF"/>
                </a:solidFill>
                <a:latin typeface="Cambria"/>
                <a:cs typeface="Cambria"/>
              </a:rPr>
              <a:t>'</a:t>
            </a:r>
            <a:r>
              <a:rPr dirty="0" sz="850">
                <a:solidFill>
                  <a:srgbClr val="3D93CF"/>
                </a:solidFill>
                <a:latin typeface="Cambria"/>
                <a:cs typeface="Cambria"/>
              </a:rPr>
              <a:t>	</a:t>
            </a:r>
            <a:r>
              <a:rPr dirty="0" sz="850">
                <a:latin typeface="Cambria"/>
                <a:cs typeface="Cambria"/>
              </a:rPr>
              <a:t>closed</a:t>
            </a:r>
            <a:r>
              <a:rPr dirty="0" sz="850" spc="150">
                <a:latin typeface="Cambria"/>
                <a:cs typeface="Cambria"/>
              </a:rPr>
              <a:t> </a:t>
            </a:r>
            <a:r>
              <a:rPr dirty="0" sz="850" spc="-25">
                <a:solidFill>
                  <a:srgbClr val="903A00"/>
                </a:solidFill>
                <a:latin typeface="Cambria"/>
                <a:cs typeface="Cambria"/>
              </a:rPr>
              <a:t>at</a:t>
            </a:r>
            <a:endParaRPr sz="85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  <a:tabLst>
                <a:tab pos="180975" algn="l"/>
              </a:tabLst>
            </a:pPr>
            <a:r>
              <a:rPr dirty="0" sz="850" spc="-50">
                <a:solidFill>
                  <a:srgbClr val="3D93CF"/>
                </a:solidFill>
                <a:latin typeface="Cambria"/>
                <a:cs typeface="Cambria"/>
              </a:rPr>
              <a:t>'</a:t>
            </a:r>
            <a:r>
              <a:rPr dirty="0" sz="850">
                <a:solidFill>
                  <a:srgbClr val="3D93CF"/>
                </a:solidFill>
                <a:latin typeface="Cambria"/>
                <a:cs typeface="Cambria"/>
              </a:rPr>
              <a:t>	</a:t>
            </a:r>
            <a:r>
              <a:rPr dirty="0" sz="850" spc="-50">
                <a:latin typeface="Cambria"/>
                <a:cs typeface="Cambria"/>
              </a:rPr>
              <a:t>up</a:t>
            </a:r>
            <a:r>
              <a:rPr dirty="0" sz="850" spc="-105">
                <a:latin typeface="Cambria"/>
                <a:cs typeface="Cambria"/>
              </a:rPr>
              <a:t> </a:t>
            </a:r>
            <a:r>
              <a:rPr dirty="0" sz="850" spc="-110">
                <a:latin typeface="Cambria"/>
                <a:cs typeface="Cambria"/>
              </a:rPr>
              <a:t>d</a:t>
            </a:r>
            <a:r>
              <a:rPr dirty="0" sz="850" spc="-85">
                <a:latin typeface="Cambria"/>
                <a:cs typeface="Cambria"/>
              </a:rPr>
              <a:t> </a:t>
            </a:r>
            <a:r>
              <a:rPr dirty="0" sz="850">
                <a:latin typeface="Cambria"/>
                <a:cs typeface="Cambria"/>
              </a:rPr>
              <a:t>ated</a:t>
            </a:r>
            <a:r>
              <a:rPr dirty="0" sz="850" spc="135">
                <a:latin typeface="Cambria"/>
                <a:cs typeface="Cambria"/>
              </a:rPr>
              <a:t> </a:t>
            </a:r>
            <a:r>
              <a:rPr dirty="0" sz="850" spc="-25">
                <a:solidFill>
                  <a:srgbClr val="903A00"/>
                </a:solidFill>
                <a:latin typeface="Cambria"/>
                <a:cs typeface="Cambria"/>
              </a:rPr>
              <a:t>at</a:t>
            </a:r>
            <a:endParaRPr sz="850">
              <a:latin typeface="Cambria"/>
              <a:cs typeface="Cambria"/>
            </a:endParaRPr>
          </a:p>
        </p:txBody>
      </p:sp>
      <p:sp>
        <p:nvSpPr>
          <p:cNvPr id="51" name="object 51" descr=""/>
          <p:cNvSpPr txBox="1"/>
          <p:nvPr/>
        </p:nvSpPr>
        <p:spPr>
          <a:xfrm>
            <a:off x="9567140" y="9125457"/>
            <a:ext cx="698500" cy="10680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80340" marR="172085" indent="-87630">
              <a:lnSpc>
                <a:spcPct val="134100"/>
              </a:lnSpc>
              <a:spcBef>
                <a:spcPts val="100"/>
              </a:spcBef>
            </a:pPr>
            <a:r>
              <a:rPr dirty="0" sz="850">
                <a:solidFill>
                  <a:srgbClr val="338ECC"/>
                </a:solidFill>
                <a:latin typeface="Cambria"/>
                <a:cs typeface="Cambria"/>
              </a:rPr>
              <a:t>Z</a:t>
            </a:r>
            <a:r>
              <a:rPr dirty="0" sz="850" spc="50">
                <a:solidFill>
                  <a:srgbClr val="338ECC"/>
                </a:solidFill>
                <a:latin typeface="Cambria"/>
                <a:cs typeface="Cambria"/>
              </a:rPr>
              <a:t> </a:t>
            </a:r>
            <a:r>
              <a:rPr dirty="0" sz="850" spc="-120">
                <a:solidFill>
                  <a:srgbClr val="909066"/>
                </a:solidFill>
                <a:latin typeface="Cambria"/>
                <a:cs typeface="Cambria"/>
              </a:rPr>
              <a:t>n</a:t>
            </a:r>
            <a:r>
              <a:rPr dirty="0" sz="850" spc="-85">
                <a:solidFill>
                  <a:srgbClr val="909066"/>
                </a:solidFill>
                <a:latin typeface="Cambria"/>
                <a:cs typeface="Cambria"/>
              </a:rPr>
              <a:t> </a:t>
            </a:r>
            <a:r>
              <a:rPr dirty="0" sz="850" spc="-30">
                <a:solidFill>
                  <a:srgbClr val="903A00"/>
                </a:solidFill>
                <a:latin typeface="Cambria"/>
                <a:cs typeface="Cambria"/>
              </a:rPr>
              <a:t>am</a:t>
            </a:r>
            <a:r>
              <a:rPr dirty="0" sz="850" spc="-100">
                <a:solidFill>
                  <a:srgbClr val="903A00"/>
                </a:solidFill>
                <a:latin typeface="Cambria"/>
                <a:cs typeface="Cambria"/>
              </a:rPr>
              <a:t> </a:t>
            </a:r>
            <a:r>
              <a:rPr dirty="0" sz="850" spc="-50">
                <a:solidFill>
                  <a:srgbClr val="3A0000"/>
                </a:solidFill>
                <a:latin typeface="Cambria"/>
                <a:cs typeface="Cambria"/>
              </a:rPr>
              <a:t>e</a:t>
            </a:r>
            <a:r>
              <a:rPr dirty="0" sz="850" spc="500">
                <a:solidFill>
                  <a:srgbClr val="3A0000"/>
                </a:solidFill>
                <a:latin typeface="Cambria"/>
                <a:cs typeface="Cambria"/>
              </a:rPr>
              <a:t> </a:t>
            </a:r>
            <a:r>
              <a:rPr dirty="0" sz="850" spc="-60">
                <a:latin typeface="Cambria"/>
                <a:cs typeface="Cambria"/>
              </a:rPr>
              <a:t>ad</a:t>
            </a:r>
            <a:r>
              <a:rPr dirty="0" sz="850" spc="-85">
                <a:latin typeface="Cambria"/>
                <a:cs typeface="Cambria"/>
              </a:rPr>
              <a:t> </a:t>
            </a:r>
            <a:r>
              <a:rPr dirty="0" sz="850" spc="-110">
                <a:latin typeface="Cambria"/>
                <a:cs typeface="Cambria"/>
              </a:rPr>
              <a:t>d</a:t>
            </a:r>
            <a:r>
              <a:rPr dirty="0" sz="850" spc="-75">
                <a:latin typeface="Cambria"/>
                <a:cs typeface="Cambria"/>
              </a:rPr>
              <a:t> </a:t>
            </a:r>
            <a:r>
              <a:rPr dirty="0" sz="850" spc="-40">
                <a:latin typeface="Cambria"/>
                <a:cs typeface="Cambria"/>
              </a:rPr>
              <a:t>rest</a:t>
            </a:r>
            <a:endParaRPr sz="850">
              <a:latin typeface="Cambria"/>
              <a:cs typeface="Cambria"/>
            </a:endParaRPr>
          </a:p>
          <a:p>
            <a:pPr algn="ctr" marL="15875">
              <a:lnSpc>
                <a:spcPct val="100000"/>
              </a:lnSpc>
              <a:spcBef>
                <a:spcPts val="345"/>
              </a:spcBef>
            </a:pPr>
            <a:r>
              <a:rPr dirty="0" sz="850">
                <a:solidFill>
                  <a:srgbClr val="3890CD"/>
                </a:solidFill>
                <a:latin typeface="Cambria"/>
                <a:cs typeface="Cambria"/>
              </a:rPr>
              <a:t>’</a:t>
            </a:r>
            <a:r>
              <a:rPr dirty="0" sz="850" spc="70">
                <a:solidFill>
                  <a:srgbClr val="3890CD"/>
                </a:solidFill>
                <a:latin typeface="Cambria"/>
                <a:cs typeface="Cambria"/>
              </a:rPr>
              <a:t> </a:t>
            </a:r>
            <a:r>
              <a:rPr dirty="0" sz="850">
                <a:solidFill>
                  <a:srgbClr val="338ECC"/>
                </a:solidFill>
                <a:latin typeface="Cambria"/>
                <a:cs typeface="Cambria"/>
              </a:rPr>
              <a:t>Z</a:t>
            </a:r>
            <a:r>
              <a:rPr dirty="0" sz="850" spc="105">
                <a:solidFill>
                  <a:srgbClr val="338ECC"/>
                </a:solidFill>
                <a:latin typeface="Cambria"/>
                <a:cs typeface="Cambria"/>
              </a:rPr>
              <a:t> </a:t>
            </a:r>
            <a:r>
              <a:rPr dirty="0" sz="850" spc="-110">
                <a:latin typeface="Cambria"/>
                <a:cs typeface="Cambria"/>
              </a:rPr>
              <a:t>d</a:t>
            </a:r>
            <a:r>
              <a:rPr dirty="0" sz="850" spc="-95">
                <a:latin typeface="Cambria"/>
                <a:cs typeface="Cambria"/>
              </a:rPr>
              <a:t> </a:t>
            </a:r>
            <a:r>
              <a:rPr dirty="0" sz="850" spc="-35">
                <a:latin typeface="Cambria"/>
                <a:cs typeface="Cambria"/>
              </a:rPr>
              <a:t>esc</a:t>
            </a:r>
            <a:r>
              <a:rPr dirty="0" sz="850" spc="-75">
                <a:latin typeface="Cambria"/>
                <a:cs typeface="Cambria"/>
              </a:rPr>
              <a:t> </a:t>
            </a:r>
            <a:r>
              <a:rPr dirty="0" sz="850" spc="-55">
                <a:solidFill>
                  <a:srgbClr val="66663A"/>
                </a:solidFill>
                <a:latin typeface="Cambria"/>
                <a:cs typeface="Cambria"/>
              </a:rPr>
              <a:t>riptio</a:t>
            </a:r>
            <a:r>
              <a:rPr dirty="0" sz="850" spc="-70">
                <a:solidFill>
                  <a:srgbClr val="66663A"/>
                </a:solidFill>
                <a:latin typeface="Cambria"/>
                <a:cs typeface="Cambria"/>
              </a:rPr>
              <a:t> </a:t>
            </a:r>
            <a:r>
              <a:rPr dirty="0" sz="850" spc="-50">
                <a:latin typeface="Cambria"/>
                <a:cs typeface="Cambria"/>
              </a:rPr>
              <a:t>n</a:t>
            </a:r>
            <a:endParaRPr sz="850">
              <a:latin typeface="Cambria"/>
              <a:cs typeface="Cambria"/>
            </a:endParaRPr>
          </a:p>
          <a:p>
            <a:pPr algn="ctr" marL="42545">
              <a:lnSpc>
                <a:spcPct val="100000"/>
              </a:lnSpc>
              <a:spcBef>
                <a:spcPts val="350"/>
              </a:spcBef>
            </a:pPr>
            <a:r>
              <a:rPr dirty="0" sz="850" i="1">
                <a:solidFill>
                  <a:srgbClr val="66003A"/>
                </a:solidFill>
                <a:latin typeface="Cambria"/>
                <a:cs typeface="Cambria"/>
              </a:rPr>
              <a:t>i</a:t>
            </a:r>
            <a:r>
              <a:rPr dirty="0" sz="850" i="1">
                <a:latin typeface="Cambria"/>
                <a:cs typeface="Cambria"/>
              </a:rPr>
              <a:t>s</a:t>
            </a:r>
            <a:r>
              <a:rPr dirty="0" sz="850" spc="150" i="1">
                <a:latin typeface="Cambria"/>
                <a:cs typeface="Cambria"/>
              </a:rPr>
              <a:t> </a:t>
            </a:r>
            <a:r>
              <a:rPr dirty="0" sz="850" spc="-10">
                <a:solidFill>
                  <a:srgbClr val="903A00"/>
                </a:solidFill>
                <a:latin typeface="Cambria"/>
                <a:cs typeface="Cambria"/>
              </a:rPr>
              <a:t>a</a:t>
            </a:r>
            <a:r>
              <a:rPr dirty="0" sz="850" spc="-10">
                <a:solidFill>
                  <a:srgbClr val="660000"/>
                </a:solidFill>
                <a:latin typeface="Cambria"/>
                <a:cs typeface="Cambria"/>
              </a:rPr>
              <a:t>ctive</a:t>
            </a:r>
            <a:endParaRPr sz="850">
              <a:latin typeface="Cambria"/>
              <a:cs typeface="Cambria"/>
            </a:endParaRPr>
          </a:p>
          <a:p>
            <a:pPr algn="ctr" marR="33020">
              <a:lnSpc>
                <a:spcPct val="100000"/>
              </a:lnSpc>
              <a:spcBef>
                <a:spcPts val="350"/>
              </a:spcBef>
              <a:tabLst>
                <a:tab pos="166370" algn="l"/>
              </a:tabLst>
            </a:pPr>
            <a:r>
              <a:rPr dirty="0" sz="850" spc="-50">
                <a:solidFill>
                  <a:srgbClr val="3D93CF"/>
                </a:solidFill>
                <a:latin typeface="Cambria"/>
                <a:cs typeface="Cambria"/>
              </a:rPr>
              <a:t>'</a:t>
            </a:r>
            <a:r>
              <a:rPr dirty="0" sz="850">
                <a:solidFill>
                  <a:srgbClr val="3D93CF"/>
                </a:solidFill>
                <a:latin typeface="Cambria"/>
                <a:cs typeface="Cambria"/>
              </a:rPr>
              <a:t>	</a:t>
            </a:r>
            <a:r>
              <a:rPr dirty="0" sz="850" spc="-10">
                <a:latin typeface="Cambria"/>
                <a:cs typeface="Cambria"/>
              </a:rPr>
              <a:t>created</a:t>
            </a:r>
            <a:r>
              <a:rPr dirty="0" sz="850" spc="114">
                <a:latin typeface="Cambria"/>
                <a:cs typeface="Cambria"/>
              </a:rPr>
              <a:t> </a:t>
            </a:r>
            <a:r>
              <a:rPr dirty="0" sz="850" spc="-25">
                <a:solidFill>
                  <a:srgbClr val="903A00"/>
                </a:solidFill>
                <a:latin typeface="Cambria"/>
                <a:cs typeface="Cambria"/>
              </a:rPr>
              <a:t>at</a:t>
            </a:r>
            <a:endParaRPr sz="850">
              <a:latin typeface="Cambria"/>
              <a:cs typeface="Cambria"/>
            </a:endParaRPr>
          </a:p>
          <a:p>
            <a:pPr algn="ctr">
              <a:lnSpc>
                <a:spcPct val="100000"/>
              </a:lnSpc>
              <a:spcBef>
                <a:spcPts val="345"/>
              </a:spcBef>
              <a:tabLst>
                <a:tab pos="168275" algn="l"/>
              </a:tabLst>
            </a:pPr>
            <a:r>
              <a:rPr dirty="0" sz="850" spc="-50">
                <a:solidFill>
                  <a:srgbClr val="3D93CF"/>
                </a:solidFill>
                <a:latin typeface="Cambria"/>
                <a:cs typeface="Cambria"/>
              </a:rPr>
              <a:t>'</a:t>
            </a:r>
            <a:r>
              <a:rPr dirty="0" sz="850">
                <a:solidFill>
                  <a:srgbClr val="3D93CF"/>
                </a:solidFill>
                <a:latin typeface="Cambria"/>
                <a:cs typeface="Cambria"/>
              </a:rPr>
              <a:t>	</a:t>
            </a:r>
            <a:r>
              <a:rPr dirty="0" sz="850" spc="-50">
                <a:latin typeface="Cambria"/>
                <a:cs typeface="Cambria"/>
              </a:rPr>
              <a:t>up</a:t>
            </a:r>
            <a:r>
              <a:rPr dirty="0" sz="850" spc="-105">
                <a:latin typeface="Cambria"/>
                <a:cs typeface="Cambria"/>
              </a:rPr>
              <a:t> </a:t>
            </a:r>
            <a:r>
              <a:rPr dirty="0" sz="850" spc="-110">
                <a:latin typeface="Cambria"/>
                <a:cs typeface="Cambria"/>
              </a:rPr>
              <a:t>d</a:t>
            </a:r>
            <a:r>
              <a:rPr dirty="0" sz="850" spc="-85">
                <a:latin typeface="Cambria"/>
                <a:cs typeface="Cambria"/>
              </a:rPr>
              <a:t> </a:t>
            </a:r>
            <a:r>
              <a:rPr dirty="0" sz="850">
                <a:latin typeface="Cambria"/>
                <a:cs typeface="Cambria"/>
              </a:rPr>
              <a:t>ated</a:t>
            </a:r>
            <a:r>
              <a:rPr dirty="0" sz="850" spc="135">
                <a:latin typeface="Cambria"/>
                <a:cs typeface="Cambria"/>
              </a:rPr>
              <a:t> </a:t>
            </a:r>
            <a:r>
              <a:rPr dirty="0" sz="850" spc="-25">
                <a:solidFill>
                  <a:srgbClr val="903A00"/>
                </a:solidFill>
                <a:latin typeface="Cambria"/>
                <a:cs typeface="Cambria"/>
              </a:rPr>
              <a:t>at</a:t>
            </a:r>
            <a:endParaRPr sz="85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44306" y="0"/>
              <a:ext cx="4314824" cy="1400174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833573" y="4610350"/>
              <a:ext cx="1472565" cy="1472565"/>
            </a:xfrm>
            <a:custGeom>
              <a:avLst/>
              <a:gdLst/>
              <a:ahLst/>
              <a:cxnLst/>
              <a:rect l="l" t="t" r="r" b="b"/>
              <a:pathLst>
                <a:path w="1472564" h="1472564">
                  <a:moveTo>
                    <a:pt x="723896" y="1472371"/>
                  </a:moveTo>
                  <a:lnTo>
                    <a:pt x="681656" y="1470285"/>
                  </a:lnTo>
                  <a:lnTo>
                    <a:pt x="639801" y="1465774"/>
                  </a:lnTo>
                  <a:lnTo>
                    <a:pt x="598429" y="1458894"/>
                  </a:lnTo>
                  <a:lnTo>
                    <a:pt x="557636" y="1449703"/>
                  </a:lnTo>
                  <a:lnTo>
                    <a:pt x="517518" y="1438257"/>
                  </a:lnTo>
                  <a:lnTo>
                    <a:pt x="478170" y="1424611"/>
                  </a:lnTo>
                  <a:lnTo>
                    <a:pt x="439688" y="1408823"/>
                  </a:lnTo>
                  <a:lnTo>
                    <a:pt x="402170" y="1390950"/>
                  </a:lnTo>
                  <a:lnTo>
                    <a:pt x="365710" y="1371046"/>
                  </a:lnTo>
                  <a:lnTo>
                    <a:pt x="330405" y="1349170"/>
                  </a:lnTo>
                  <a:lnTo>
                    <a:pt x="296352" y="1325378"/>
                  </a:lnTo>
                  <a:lnTo>
                    <a:pt x="263645" y="1299725"/>
                  </a:lnTo>
                  <a:lnTo>
                    <a:pt x="232381" y="1272269"/>
                  </a:lnTo>
                  <a:lnTo>
                    <a:pt x="202656" y="1243066"/>
                  </a:lnTo>
                  <a:lnTo>
                    <a:pt x="174567" y="1212173"/>
                  </a:lnTo>
                  <a:lnTo>
                    <a:pt x="148209" y="1179645"/>
                  </a:lnTo>
                  <a:lnTo>
                    <a:pt x="123678" y="1145540"/>
                  </a:lnTo>
                  <a:lnTo>
                    <a:pt x="101070" y="1109913"/>
                  </a:lnTo>
                  <a:lnTo>
                    <a:pt x="80482" y="1072822"/>
                  </a:lnTo>
                  <a:lnTo>
                    <a:pt x="62009" y="1034323"/>
                  </a:lnTo>
                  <a:lnTo>
                    <a:pt x="45747" y="994472"/>
                  </a:lnTo>
                  <a:lnTo>
                    <a:pt x="31794" y="953326"/>
                  </a:lnTo>
                  <a:lnTo>
                    <a:pt x="20243" y="910942"/>
                  </a:lnTo>
                  <a:lnTo>
                    <a:pt x="11193" y="867375"/>
                  </a:lnTo>
                  <a:lnTo>
                    <a:pt x="4738" y="822682"/>
                  </a:lnTo>
                  <a:lnTo>
                    <a:pt x="975" y="776920"/>
                  </a:lnTo>
                  <a:lnTo>
                    <a:pt x="0" y="730146"/>
                  </a:lnTo>
                  <a:lnTo>
                    <a:pt x="1853" y="683597"/>
                  </a:lnTo>
                  <a:lnTo>
                    <a:pt x="6450" y="638096"/>
                  </a:lnTo>
                  <a:lnTo>
                    <a:pt x="13696" y="593700"/>
                  </a:lnTo>
                  <a:lnTo>
                    <a:pt x="23494" y="550460"/>
                  </a:lnTo>
                  <a:lnTo>
                    <a:pt x="35749" y="508432"/>
                  </a:lnTo>
                  <a:lnTo>
                    <a:pt x="50365" y="467670"/>
                  </a:lnTo>
                  <a:lnTo>
                    <a:pt x="67247" y="428228"/>
                  </a:lnTo>
                  <a:lnTo>
                    <a:pt x="86297" y="390161"/>
                  </a:lnTo>
                  <a:lnTo>
                    <a:pt x="107421" y="353521"/>
                  </a:lnTo>
                  <a:lnTo>
                    <a:pt x="130522" y="318364"/>
                  </a:lnTo>
                  <a:lnTo>
                    <a:pt x="155505" y="284743"/>
                  </a:lnTo>
                  <a:lnTo>
                    <a:pt x="182274" y="252713"/>
                  </a:lnTo>
                  <a:lnTo>
                    <a:pt x="210733" y="222329"/>
                  </a:lnTo>
                  <a:lnTo>
                    <a:pt x="240786" y="193643"/>
                  </a:lnTo>
                  <a:lnTo>
                    <a:pt x="272338" y="166711"/>
                  </a:lnTo>
                  <a:lnTo>
                    <a:pt x="305292" y="141586"/>
                  </a:lnTo>
                  <a:lnTo>
                    <a:pt x="339552" y="118323"/>
                  </a:lnTo>
                  <a:lnTo>
                    <a:pt x="375023" y="96975"/>
                  </a:lnTo>
                  <a:lnTo>
                    <a:pt x="411609" y="77598"/>
                  </a:lnTo>
                  <a:lnTo>
                    <a:pt x="449397" y="60173"/>
                  </a:lnTo>
                  <a:lnTo>
                    <a:pt x="487743" y="44970"/>
                  </a:lnTo>
                  <a:lnTo>
                    <a:pt x="527099" y="31828"/>
                  </a:lnTo>
                  <a:lnTo>
                    <a:pt x="567187" y="20872"/>
                  </a:lnTo>
                  <a:lnTo>
                    <a:pt x="607910" y="12157"/>
                  </a:lnTo>
                  <a:lnTo>
                    <a:pt x="649173" y="5737"/>
                  </a:lnTo>
                  <a:lnTo>
                    <a:pt x="690880" y="1667"/>
                  </a:lnTo>
                  <a:lnTo>
                    <a:pt x="732935" y="0"/>
                  </a:lnTo>
                  <a:lnTo>
                    <a:pt x="775242" y="790"/>
                  </a:lnTo>
                  <a:lnTo>
                    <a:pt x="817706" y="4092"/>
                  </a:lnTo>
                  <a:lnTo>
                    <a:pt x="860231" y="9960"/>
                  </a:lnTo>
                  <a:lnTo>
                    <a:pt x="902720" y="18447"/>
                  </a:lnTo>
                  <a:lnTo>
                    <a:pt x="945078" y="29609"/>
                  </a:lnTo>
                  <a:lnTo>
                    <a:pt x="987209" y="43500"/>
                  </a:lnTo>
                  <a:lnTo>
                    <a:pt x="1029018" y="60173"/>
                  </a:lnTo>
                  <a:lnTo>
                    <a:pt x="1070408" y="79683"/>
                  </a:lnTo>
                  <a:lnTo>
                    <a:pt x="1111283" y="102083"/>
                  </a:lnTo>
                  <a:lnTo>
                    <a:pt x="1150776" y="126942"/>
                  </a:lnTo>
                  <a:lnTo>
                    <a:pt x="1187977" y="153655"/>
                  </a:lnTo>
                  <a:lnTo>
                    <a:pt x="1222889" y="182113"/>
                  </a:lnTo>
                  <a:lnTo>
                    <a:pt x="1255511" y="212204"/>
                  </a:lnTo>
                  <a:lnTo>
                    <a:pt x="1285846" y="243818"/>
                  </a:lnTo>
                  <a:lnTo>
                    <a:pt x="1313894" y="276845"/>
                  </a:lnTo>
                  <a:lnTo>
                    <a:pt x="1339656" y="311176"/>
                  </a:lnTo>
                  <a:lnTo>
                    <a:pt x="1363133" y="346698"/>
                  </a:lnTo>
                  <a:lnTo>
                    <a:pt x="1384326" y="383303"/>
                  </a:lnTo>
                  <a:lnTo>
                    <a:pt x="1392609" y="399760"/>
                  </a:lnTo>
                  <a:lnTo>
                    <a:pt x="991571" y="399760"/>
                  </a:lnTo>
                  <a:lnTo>
                    <a:pt x="956244" y="407274"/>
                  </a:lnTo>
                  <a:lnTo>
                    <a:pt x="950364" y="415528"/>
                  </a:lnTo>
                  <a:lnTo>
                    <a:pt x="473476" y="415528"/>
                  </a:lnTo>
                  <a:lnTo>
                    <a:pt x="443893" y="425303"/>
                  </a:lnTo>
                  <a:lnTo>
                    <a:pt x="431209" y="449840"/>
                  </a:lnTo>
                  <a:lnTo>
                    <a:pt x="431209" y="1097568"/>
                  </a:lnTo>
                  <a:lnTo>
                    <a:pt x="447216" y="1127682"/>
                  </a:lnTo>
                  <a:lnTo>
                    <a:pt x="482130" y="1137634"/>
                  </a:lnTo>
                  <a:lnTo>
                    <a:pt x="889289" y="1137634"/>
                  </a:lnTo>
                  <a:lnTo>
                    <a:pt x="1064209" y="1394990"/>
                  </a:lnTo>
                  <a:lnTo>
                    <a:pt x="1022334" y="1414336"/>
                  </a:lnTo>
                  <a:lnTo>
                    <a:pt x="980078" y="1430805"/>
                  </a:lnTo>
                  <a:lnTo>
                    <a:pt x="937535" y="1444453"/>
                  </a:lnTo>
                  <a:lnTo>
                    <a:pt x="894803" y="1455338"/>
                  </a:lnTo>
                  <a:lnTo>
                    <a:pt x="851977" y="1463516"/>
                  </a:lnTo>
                  <a:lnTo>
                    <a:pt x="809153" y="1469043"/>
                  </a:lnTo>
                  <a:lnTo>
                    <a:pt x="766428" y="1471976"/>
                  </a:lnTo>
                  <a:lnTo>
                    <a:pt x="723896" y="1472371"/>
                  </a:lnTo>
                  <a:close/>
                </a:path>
                <a:path w="1472564" h="1472564">
                  <a:moveTo>
                    <a:pt x="1417456" y="1016504"/>
                  </a:moveTo>
                  <a:lnTo>
                    <a:pt x="1042955" y="1016504"/>
                  </a:lnTo>
                  <a:lnTo>
                    <a:pt x="1042955" y="429813"/>
                  </a:lnTo>
                  <a:lnTo>
                    <a:pt x="1026897" y="407274"/>
                  </a:lnTo>
                  <a:lnTo>
                    <a:pt x="991571" y="399760"/>
                  </a:lnTo>
                  <a:lnTo>
                    <a:pt x="1392609" y="399760"/>
                  </a:lnTo>
                  <a:lnTo>
                    <a:pt x="1419867" y="459317"/>
                  </a:lnTo>
                  <a:lnTo>
                    <a:pt x="1434215" y="498505"/>
                  </a:lnTo>
                  <a:lnTo>
                    <a:pt x="1446285" y="538335"/>
                  </a:lnTo>
                  <a:lnTo>
                    <a:pt x="1456076" y="578695"/>
                  </a:lnTo>
                  <a:lnTo>
                    <a:pt x="1463590" y="619475"/>
                  </a:lnTo>
                  <a:lnTo>
                    <a:pt x="1468827" y="660564"/>
                  </a:lnTo>
                  <a:lnTo>
                    <a:pt x="1471789" y="701853"/>
                  </a:lnTo>
                  <a:lnTo>
                    <a:pt x="1472477" y="743231"/>
                  </a:lnTo>
                  <a:lnTo>
                    <a:pt x="1470892" y="784588"/>
                  </a:lnTo>
                  <a:lnTo>
                    <a:pt x="1467035" y="825813"/>
                  </a:lnTo>
                  <a:lnTo>
                    <a:pt x="1460907" y="866796"/>
                  </a:lnTo>
                  <a:lnTo>
                    <a:pt x="1452509" y="907427"/>
                  </a:lnTo>
                  <a:lnTo>
                    <a:pt x="1441843" y="947595"/>
                  </a:lnTo>
                  <a:lnTo>
                    <a:pt x="1428908" y="987190"/>
                  </a:lnTo>
                  <a:lnTo>
                    <a:pt x="1417456" y="1016504"/>
                  </a:lnTo>
                  <a:close/>
                </a:path>
                <a:path w="1472564" h="1472564">
                  <a:moveTo>
                    <a:pt x="1137256" y="1353366"/>
                  </a:moveTo>
                  <a:lnTo>
                    <a:pt x="532521" y="440795"/>
                  </a:lnTo>
                  <a:lnTo>
                    <a:pt x="507254" y="420647"/>
                  </a:lnTo>
                  <a:lnTo>
                    <a:pt x="473476" y="415528"/>
                  </a:lnTo>
                  <a:lnTo>
                    <a:pt x="950364" y="415528"/>
                  </a:lnTo>
                  <a:lnTo>
                    <a:pt x="940187" y="429813"/>
                  </a:lnTo>
                  <a:lnTo>
                    <a:pt x="940187" y="859536"/>
                  </a:lnTo>
                  <a:lnTo>
                    <a:pt x="1042958" y="1016504"/>
                  </a:lnTo>
                  <a:lnTo>
                    <a:pt x="1417456" y="1016504"/>
                  </a:lnTo>
                  <a:lnTo>
                    <a:pt x="1413707" y="1026102"/>
                  </a:lnTo>
                  <a:lnTo>
                    <a:pt x="1396240" y="1064220"/>
                  </a:lnTo>
                  <a:lnTo>
                    <a:pt x="1376508" y="1101434"/>
                  </a:lnTo>
                  <a:lnTo>
                    <a:pt x="1354513" y="1137634"/>
                  </a:lnTo>
                  <a:lnTo>
                    <a:pt x="1330255" y="1172710"/>
                  </a:lnTo>
                  <a:lnTo>
                    <a:pt x="1303736" y="1206550"/>
                  </a:lnTo>
                  <a:lnTo>
                    <a:pt x="1274957" y="1239045"/>
                  </a:lnTo>
                  <a:lnTo>
                    <a:pt x="1243918" y="1270085"/>
                  </a:lnTo>
                  <a:lnTo>
                    <a:pt x="1210621" y="1299558"/>
                  </a:lnTo>
                  <a:lnTo>
                    <a:pt x="1175066" y="1327355"/>
                  </a:lnTo>
                  <a:lnTo>
                    <a:pt x="1137256" y="1353366"/>
                  </a:lnTo>
                  <a:close/>
                </a:path>
                <a:path w="1472564" h="1472564">
                  <a:moveTo>
                    <a:pt x="889289" y="1137634"/>
                  </a:moveTo>
                  <a:lnTo>
                    <a:pt x="482730" y="1137634"/>
                  </a:lnTo>
                  <a:lnTo>
                    <a:pt x="517645" y="1127682"/>
                  </a:lnTo>
                  <a:lnTo>
                    <a:pt x="533652" y="1097568"/>
                  </a:lnTo>
                  <a:lnTo>
                    <a:pt x="533652" y="614395"/>
                  </a:lnTo>
                  <a:lnTo>
                    <a:pt x="889289" y="113763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3108642" y="4632438"/>
              <a:ext cx="1628775" cy="1397000"/>
            </a:xfrm>
            <a:custGeom>
              <a:avLst/>
              <a:gdLst/>
              <a:ahLst/>
              <a:cxnLst/>
              <a:rect l="l" t="t" r="r" b="b"/>
              <a:pathLst>
                <a:path w="1628775" h="1397000">
                  <a:moveTo>
                    <a:pt x="959827" y="701497"/>
                  </a:moveTo>
                  <a:lnTo>
                    <a:pt x="952411" y="657110"/>
                  </a:lnTo>
                  <a:lnTo>
                    <a:pt x="931760" y="618566"/>
                  </a:lnTo>
                  <a:lnTo>
                    <a:pt x="900277" y="588162"/>
                  </a:lnTo>
                  <a:lnTo>
                    <a:pt x="860361" y="568236"/>
                  </a:lnTo>
                  <a:lnTo>
                    <a:pt x="814387" y="561073"/>
                  </a:lnTo>
                  <a:lnTo>
                    <a:pt x="768413" y="568236"/>
                  </a:lnTo>
                  <a:lnTo>
                    <a:pt x="728484" y="588162"/>
                  </a:lnTo>
                  <a:lnTo>
                    <a:pt x="697001" y="618566"/>
                  </a:lnTo>
                  <a:lnTo>
                    <a:pt x="676351" y="657110"/>
                  </a:lnTo>
                  <a:lnTo>
                    <a:pt x="668934" y="701497"/>
                  </a:lnTo>
                  <a:lnTo>
                    <a:pt x="676351" y="745883"/>
                  </a:lnTo>
                  <a:lnTo>
                    <a:pt x="697001" y="784428"/>
                  </a:lnTo>
                  <a:lnTo>
                    <a:pt x="728484" y="814832"/>
                  </a:lnTo>
                  <a:lnTo>
                    <a:pt x="768413" y="834758"/>
                  </a:lnTo>
                  <a:lnTo>
                    <a:pt x="814387" y="841921"/>
                  </a:lnTo>
                  <a:lnTo>
                    <a:pt x="860361" y="834758"/>
                  </a:lnTo>
                  <a:lnTo>
                    <a:pt x="900277" y="814832"/>
                  </a:lnTo>
                  <a:lnTo>
                    <a:pt x="931760" y="784428"/>
                  </a:lnTo>
                  <a:lnTo>
                    <a:pt x="952411" y="745883"/>
                  </a:lnTo>
                  <a:lnTo>
                    <a:pt x="959827" y="701497"/>
                  </a:lnTo>
                  <a:close/>
                </a:path>
                <a:path w="1628775" h="1397000">
                  <a:moveTo>
                    <a:pt x="1628775" y="698500"/>
                  </a:moveTo>
                  <a:lnTo>
                    <a:pt x="1622552" y="647700"/>
                  </a:lnTo>
                  <a:lnTo>
                    <a:pt x="1605140" y="609600"/>
                  </a:lnTo>
                  <a:lnTo>
                    <a:pt x="1578394" y="584200"/>
                  </a:lnTo>
                  <a:lnTo>
                    <a:pt x="1559191" y="562825"/>
                  </a:lnTo>
                  <a:lnTo>
                    <a:pt x="1559191" y="698500"/>
                  </a:lnTo>
                  <a:lnTo>
                    <a:pt x="1550758" y="736600"/>
                  </a:lnTo>
                  <a:lnTo>
                    <a:pt x="1527721" y="774700"/>
                  </a:lnTo>
                  <a:lnTo>
                    <a:pt x="1493431" y="800100"/>
                  </a:lnTo>
                  <a:lnTo>
                    <a:pt x="1451267" y="825500"/>
                  </a:lnTo>
                  <a:lnTo>
                    <a:pt x="1404594" y="850900"/>
                  </a:lnTo>
                  <a:lnTo>
                    <a:pt x="1356804" y="863600"/>
                  </a:lnTo>
                  <a:lnTo>
                    <a:pt x="1311249" y="889000"/>
                  </a:lnTo>
                  <a:lnTo>
                    <a:pt x="1271320" y="889000"/>
                  </a:lnTo>
                  <a:lnTo>
                    <a:pt x="1254518" y="850900"/>
                  </a:lnTo>
                  <a:lnTo>
                    <a:pt x="1250988" y="841667"/>
                  </a:lnTo>
                  <a:lnTo>
                    <a:pt x="1250988" y="1155700"/>
                  </a:lnTo>
                  <a:lnTo>
                    <a:pt x="1248346" y="1206500"/>
                  </a:lnTo>
                  <a:lnTo>
                    <a:pt x="1237957" y="1257300"/>
                  </a:lnTo>
                  <a:lnTo>
                    <a:pt x="1217917" y="1295400"/>
                  </a:lnTo>
                  <a:lnTo>
                    <a:pt x="1186281" y="1320800"/>
                  </a:lnTo>
                  <a:lnTo>
                    <a:pt x="1146327" y="1333500"/>
                  </a:lnTo>
                  <a:lnTo>
                    <a:pt x="1103299" y="1333500"/>
                  </a:lnTo>
                  <a:lnTo>
                    <a:pt x="1058710" y="1320800"/>
                  </a:lnTo>
                  <a:lnTo>
                    <a:pt x="1014095" y="1295400"/>
                  </a:lnTo>
                  <a:lnTo>
                    <a:pt x="970978" y="1270000"/>
                  </a:lnTo>
                  <a:lnTo>
                    <a:pt x="930884" y="1231900"/>
                  </a:lnTo>
                  <a:lnTo>
                    <a:pt x="913104" y="1219200"/>
                  </a:lnTo>
                  <a:lnTo>
                    <a:pt x="895324" y="1206500"/>
                  </a:lnTo>
                  <a:lnTo>
                    <a:pt x="865847" y="1181100"/>
                  </a:lnTo>
                  <a:lnTo>
                    <a:pt x="900239" y="1143000"/>
                  </a:lnTo>
                  <a:lnTo>
                    <a:pt x="908812" y="1130300"/>
                  </a:lnTo>
                  <a:lnTo>
                    <a:pt x="934529" y="1092200"/>
                  </a:lnTo>
                  <a:lnTo>
                    <a:pt x="968603" y="1054100"/>
                  </a:lnTo>
                  <a:lnTo>
                    <a:pt x="993927" y="1016000"/>
                  </a:lnTo>
                  <a:lnTo>
                    <a:pt x="1002372" y="1003300"/>
                  </a:lnTo>
                  <a:lnTo>
                    <a:pt x="1060577" y="1003300"/>
                  </a:lnTo>
                  <a:lnTo>
                    <a:pt x="1116901" y="990600"/>
                  </a:lnTo>
                  <a:lnTo>
                    <a:pt x="1171117" y="990600"/>
                  </a:lnTo>
                  <a:lnTo>
                    <a:pt x="1222971" y="977900"/>
                  </a:lnTo>
                  <a:lnTo>
                    <a:pt x="1240840" y="1054100"/>
                  </a:lnTo>
                  <a:lnTo>
                    <a:pt x="1247851" y="1104900"/>
                  </a:lnTo>
                  <a:lnTo>
                    <a:pt x="1250988" y="1155700"/>
                  </a:lnTo>
                  <a:lnTo>
                    <a:pt x="1250988" y="841667"/>
                  </a:lnTo>
                  <a:lnTo>
                    <a:pt x="1235113" y="800100"/>
                  </a:lnTo>
                  <a:lnTo>
                    <a:pt x="1224153" y="774700"/>
                  </a:lnTo>
                  <a:lnTo>
                    <a:pt x="1213192" y="749300"/>
                  </a:lnTo>
                  <a:lnTo>
                    <a:pt x="1203883" y="729881"/>
                  </a:lnTo>
                  <a:lnTo>
                    <a:pt x="1203883" y="914400"/>
                  </a:lnTo>
                  <a:lnTo>
                    <a:pt x="1167777" y="914400"/>
                  </a:lnTo>
                  <a:lnTo>
                    <a:pt x="1130350" y="927100"/>
                  </a:lnTo>
                  <a:lnTo>
                    <a:pt x="1091717" y="927100"/>
                  </a:lnTo>
                  <a:lnTo>
                    <a:pt x="1051953" y="939800"/>
                  </a:lnTo>
                  <a:lnTo>
                    <a:pt x="1077569" y="901700"/>
                  </a:lnTo>
                  <a:lnTo>
                    <a:pt x="1102347" y="850900"/>
                  </a:lnTo>
                  <a:lnTo>
                    <a:pt x="1126236" y="812800"/>
                  </a:lnTo>
                  <a:lnTo>
                    <a:pt x="1149184" y="774700"/>
                  </a:lnTo>
                  <a:lnTo>
                    <a:pt x="1164869" y="812800"/>
                  </a:lnTo>
                  <a:lnTo>
                    <a:pt x="1179233" y="838200"/>
                  </a:lnTo>
                  <a:lnTo>
                    <a:pt x="1192250" y="876300"/>
                  </a:lnTo>
                  <a:lnTo>
                    <a:pt x="1203883" y="914400"/>
                  </a:lnTo>
                  <a:lnTo>
                    <a:pt x="1203883" y="729881"/>
                  </a:lnTo>
                  <a:lnTo>
                    <a:pt x="1188847" y="698500"/>
                  </a:lnTo>
                  <a:lnTo>
                    <a:pt x="1212113" y="647700"/>
                  </a:lnTo>
                  <a:lnTo>
                    <a:pt x="1222629" y="622300"/>
                  </a:lnTo>
                  <a:lnTo>
                    <a:pt x="1233144" y="596900"/>
                  </a:lnTo>
                  <a:lnTo>
                    <a:pt x="1251839" y="546100"/>
                  </a:lnTo>
                  <a:lnTo>
                    <a:pt x="1268120" y="495300"/>
                  </a:lnTo>
                  <a:lnTo>
                    <a:pt x="1306791" y="508000"/>
                  </a:lnTo>
                  <a:lnTo>
                    <a:pt x="1352042" y="520700"/>
                  </a:lnTo>
                  <a:lnTo>
                    <a:pt x="1400263" y="546100"/>
                  </a:lnTo>
                  <a:lnTo>
                    <a:pt x="1447838" y="558800"/>
                  </a:lnTo>
                  <a:lnTo>
                    <a:pt x="1491132" y="596900"/>
                  </a:lnTo>
                  <a:lnTo>
                    <a:pt x="1526527" y="622300"/>
                  </a:lnTo>
                  <a:lnTo>
                    <a:pt x="1550428" y="660400"/>
                  </a:lnTo>
                  <a:lnTo>
                    <a:pt x="1559191" y="698500"/>
                  </a:lnTo>
                  <a:lnTo>
                    <a:pt x="1559191" y="562825"/>
                  </a:lnTo>
                  <a:lnTo>
                    <a:pt x="1544180" y="546100"/>
                  </a:lnTo>
                  <a:lnTo>
                    <a:pt x="1504378" y="520700"/>
                  </a:lnTo>
                  <a:lnTo>
                    <a:pt x="1460855" y="495300"/>
                  </a:lnTo>
                  <a:lnTo>
                    <a:pt x="1415453" y="482600"/>
                  </a:lnTo>
                  <a:lnTo>
                    <a:pt x="1370063" y="457200"/>
                  </a:lnTo>
                  <a:lnTo>
                    <a:pt x="1326540" y="444500"/>
                  </a:lnTo>
                  <a:lnTo>
                    <a:pt x="1286751" y="431800"/>
                  </a:lnTo>
                  <a:lnTo>
                    <a:pt x="1289837" y="419100"/>
                  </a:lnTo>
                  <a:lnTo>
                    <a:pt x="1296022" y="393700"/>
                  </a:lnTo>
                  <a:lnTo>
                    <a:pt x="1304658" y="355600"/>
                  </a:lnTo>
                  <a:lnTo>
                    <a:pt x="1311592" y="304800"/>
                  </a:lnTo>
                  <a:lnTo>
                    <a:pt x="1315707" y="254000"/>
                  </a:lnTo>
                  <a:lnTo>
                    <a:pt x="1315808" y="228600"/>
                  </a:lnTo>
                  <a:lnTo>
                    <a:pt x="1315910" y="203200"/>
                  </a:lnTo>
                  <a:lnTo>
                    <a:pt x="1311122" y="165100"/>
                  </a:lnTo>
                  <a:lnTo>
                    <a:pt x="1300226" y="114300"/>
                  </a:lnTo>
                  <a:lnTo>
                    <a:pt x="1282128" y="76200"/>
                  </a:lnTo>
                  <a:lnTo>
                    <a:pt x="1273327" y="63500"/>
                  </a:lnTo>
                  <a:lnTo>
                    <a:pt x="1255737" y="38100"/>
                  </a:lnTo>
                  <a:lnTo>
                    <a:pt x="1248702" y="33108"/>
                  </a:lnTo>
                  <a:lnTo>
                    <a:pt x="1248702" y="228600"/>
                  </a:lnTo>
                  <a:lnTo>
                    <a:pt x="1245095" y="279400"/>
                  </a:lnTo>
                  <a:lnTo>
                    <a:pt x="1237678" y="330200"/>
                  </a:lnTo>
                  <a:lnTo>
                    <a:pt x="1228445" y="381000"/>
                  </a:lnTo>
                  <a:lnTo>
                    <a:pt x="1219377" y="419100"/>
                  </a:lnTo>
                  <a:lnTo>
                    <a:pt x="1200658" y="414591"/>
                  </a:lnTo>
                  <a:lnTo>
                    <a:pt x="1200658" y="482600"/>
                  </a:lnTo>
                  <a:lnTo>
                    <a:pt x="1189494" y="520700"/>
                  </a:lnTo>
                  <a:lnTo>
                    <a:pt x="1177061" y="546100"/>
                  </a:lnTo>
                  <a:lnTo>
                    <a:pt x="1163396" y="584200"/>
                  </a:lnTo>
                  <a:lnTo>
                    <a:pt x="1148524" y="622300"/>
                  </a:lnTo>
                  <a:lnTo>
                    <a:pt x="1125715" y="571500"/>
                  </a:lnTo>
                  <a:lnTo>
                    <a:pt x="1111669" y="548894"/>
                  </a:lnTo>
                  <a:lnTo>
                    <a:pt x="1111669" y="698500"/>
                  </a:lnTo>
                  <a:lnTo>
                    <a:pt x="1089456" y="736600"/>
                  </a:lnTo>
                  <a:lnTo>
                    <a:pt x="1066215" y="774700"/>
                  </a:lnTo>
                  <a:lnTo>
                    <a:pt x="1041958" y="825500"/>
                  </a:lnTo>
                  <a:lnTo>
                    <a:pt x="1016736" y="863600"/>
                  </a:lnTo>
                  <a:lnTo>
                    <a:pt x="990587" y="901700"/>
                  </a:lnTo>
                  <a:lnTo>
                    <a:pt x="963536" y="939800"/>
                  </a:lnTo>
                  <a:lnTo>
                    <a:pt x="914171" y="952500"/>
                  </a:lnTo>
                  <a:lnTo>
                    <a:pt x="912710" y="952500"/>
                  </a:lnTo>
                  <a:lnTo>
                    <a:pt x="912710" y="1016000"/>
                  </a:lnTo>
                  <a:lnTo>
                    <a:pt x="888873" y="1041400"/>
                  </a:lnTo>
                  <a:lnTo>
                    <a:pt x="864958" y="1079500"/>
                  </a:lnTo>
                  <a:lnTo>
                    <a:pt x="817092" y="1130300"/>
                  </a:lnTo>
                  <a:lnTo>
                    <a:pt x="768642" y="1080414"/>
                  </a:lnTo>
                  <a:lnTo>
                    <a:pt x="768642" y="1181100"/>
                  </a:lnTo>
                  <a:lnTo>
                    <a:pt x="741870" y="1206500"/>
                  </a:lnTo>
                  <a:lnTo>
                    <a:pt x="706958" y="1231900"/>
                  </a:lnTo>
                  <a:lnTo>
                    <a:pt x="665949" y="1257300"/>
                  </a:lnTo>
                  <a:lnTo>
                    <a:pt x="620903" y="1295400"/>
                  </a:lnTo>
                  <a:lnTo>
                    <a:pt x="573849" y="1308100"/>
                  </a:lnTo>
                  <a:lnTo>
                    <a:pt x="526821" y="1333500"/>
                  </a:lnTo>
                  <a:lnTo>
                    <a:pt x="481876" y="1333500"/>
                  </a:lnTo>
                  <a:lnTo>
                    <a:pt x="441045" y="1320800"/>
                  </a:lnTo>
                  <a:lnTo>
                    <a:pt x="409702" y="1295400"/>
                  </a:lnTo>
                  <a:lnTo>
                    <a:pt x="390182" y="1257300"/>
                  </a:lnTo>
                  <a:lnTo>
                    <a:pt x="380466" y="1206500"/>
                  </a:lnTo>
                  <a:lnTo>
                    <a:pt x="378587" y="1155700"/>
                  </a:lnTo>
                  <a:lnTo>
                    <a:pt x="382524" y="1117600"/>
                  </a:lnTo>
                  <a:lnTo>
                    <a:pt x="390296" y="1066800"/>
                  </a:lnTo>
                  <a:lnTo>
                    <a:pt x="399897" y="1016000"/>
                  </a:lnTo>
                  <a:lnTo>
                    <a:pt x="409333" y="977900"/>
                  </a:lnTo>
                  <a:lnTo>
                    <a:pt x="460679" y="990600"/>
                  </a:lnTo>
                  <a:lnTo>
                    <a:pt x="514502" y="1003300"/>
                  </a:lnTo>
                  <a:lnTo>
                    <a:pt x="570623" y="1003300"/>
                  </a:lnTo>
                  <a:lnTo>
                    <a:pt x="628827" y="1016000"/>
                  </a:lnTo>
                  <a:lnTo>
                    <a:pt x="663003" y="1054100"/>
                  </a:lnTo>
                  <a:lnTo>
                    <a:pt x="697801" y="1092200"/>
                  </a:lnTo>
                  <a:lnTo>
                    <a:pt x="733069" y="1143000"/>
                  </a:lnTo>
                  <a:lnTo>
                    <a:pt x="768642" y="1181100"/>
                  </a:lnTo>
                  <a:lnTo>
                    <a:pt x="768642" y="1080414"/>
                  </a:lnTo>
                  <a:lnTo>
                    <a:pt x="767765" y="1079500"/>
                  </a:lnTo>
                  <a:lnTo>
                    <a:pt x="743318" y="1041400"/>
                  </a:lnTo>
                  <a:lnTo>
                    <a:pt x="719086" y="1016000"/>
                  </a:lnTo>
                  <a:lnTo>
                    <a:pt x="912710" y="1016000"/>
                  </a:lnTo>
                  <a:lnTo>
                    <a:pt x="912710" y="952500"/>
                  </a:lnTo>
                  <a:lnTo>
                    <a:pt x="716305" y="952500"/>
                  </a:lnTo>
                  <a:lnTo>
                    <a:pt x="666915" y="939800"/>
                  </a:lnTo>
                  <a:lnTo>
                    <a:pt x="639394" y="901700"/>
                  </a:lnTo>
                  <a:lnTo>
                    <a:pt x="612914" y="863600"/>
                  </a:lnTo>
                  <a:lnTo>
                    <a:pt x="587502" y="825500"/>
                  </a:lnTo>
                  <a:lnTo>
                    <a:pt x="578231" y="810983"/>
                  </a:lnTo>
                  <a:lnTo>
                    <a:pt x="578231" y="939800"/>
                  </a:lnTo>
                  <a:lnTo>
                    <a:pt x="538810" y="927100"/>
                  </a:lnTo>
                  <a:lnTo>
                    <a:pt x="463677" y="927100"/>
                  </a:lnTo>
                  <a:lnTo>
                    <a:pt x="428117" y="914400"/>
                  </a:lnTo>
                  <a:lnTo>
                    <a:pt x="431927" y="901700"/>
                  </a:lnTo>
                  <a:lnTo>
                    <a:pt x="439534" y="876300"/>
                  </a:lnTo>
                  <a:lnTo>
                    <a:pt x="452158" y="850900"/>
                  </a:lnTo>
                  <a:lnTo>
                    <a:pt x="465963" y="812800"/>
                  </a:lnTo>
                  <a:lnTo>
                    <a:pt x="480910" y="774700"/>
                  </a:lnTo>
                  <a:lnTo>
                    <a:pt x="503745" y="812800"/>
                  </a:lnTo>
                  <a:lnTo>
                    <a:pt x="527583" y="863600"/>
                  </a:lnTo>
                  <a:lnTo>
                    <a:pt x="552411" y="901700"/>
                  </a:lnTo>
                  <a:lnTo>
                    <a:pt x="578231" y="939800"/>
                  </a:lnTo>
                  <a:lnTo>
                    <a:pt x="578231" y="810983"/>
                  </a:lnTo>
                  <a:lnTo>
                    <a:pt x="563168" y="787400"/>
                  </a:lnTo>
                  <a:lnTo>
                    <a:pt x="557352" y="774700"/>
                  </a:lnTo>
                  <a:lnTo>
                    <a:pt x="539927" y="736600"/>
                  </a:lnTo>
                  <a:lnTo>
                    <a:pt x="517817" y="698500"/>
                  </a:lnTo>
                  <a:lnTo>
                    <a:pt x="539813" y="647700"/>
                  </a:lnTo>
                  <a:lnTo>
                    <a:pt x="555218" y="622300"/>
                  </a:lnTo>
                  <a:lnTo>
                    <a:pt x="562914" y="609600"/>
                  </a:lnTo>
                  <a:lnTo>
                    <a:pt x="587108" y="571500"/>
                  </a:lnTo>
                  <a:lnTo>
                    <a:pt x="612368" y="533400"/>
                  </a:lnTo>
                  <a:lnTo>
                    <a:pt x="638695" y="482600"/>
                  </a:lnTo>
                  <a:lnTo>
                    <a:pt x="656945" y="457200"/>
                  </a:lnTo>
                  <a:lnTo>
                    <a:pt x="666076" y="444500"/>
                  </a:lnTo>
                  <a:lnTo>
                    <a:pt x="962977" y="444500"/>
                  </a:lnTo>
                  <a:lnTo>
                    <a:pt x="990155" y="482600"/>
                  </a:lnTo>
                  <a:lnTo>
                    <a:pt x="1016368" y="533400"/>
                  </a:lnTo>
                  <a:lnTo>
                    <a:pt x="1041615" y="571500"/>
                  </a:lnTo>
                  <a:lnTo>
                    <a:pt x="1065911" y="609600"/>
                  </a:lnTo>
                  <a:lnTo>
                    <a:pt x="1089266" y="647700"/>
                  </a:lnTo>
                  <a:lnTo>
                    <a:pt x="1111669" y="698500"/>
                  </a:lnTo>
                  <a:lnTo>
                    <a:pt x="1111669" y="548894"/>
                  </a:lnTo>
                  <a:lnTo>
                    <a:pt x="1102055" y="533400"/>
                  </a:lnTo>
                  <a:lnTo>
                    <a:pt x="1077544" y="495300"/>
                  </a:lnTo>
                  <a:lnTo>
                    <a:pt x="1052144" y="457200"/>
                  </a:lnTo>
                  <a:lnTo>
                    <a:pt x="1090701" y="457200"/>
                  </a:lnTo>
                  <a:lnTo>
                    <a:pt x="1128356" y="469900"/>
                  </a:lnTo>
                  <a:lnTo>
                    <a:pt x="1165034" y="469900"/>
                  </a:lnTo>
                  <a:lnTo>
                    <a:pt x="1200658" y="482600"/>
                  </a:lnTo>
                  <a:lnTo>
                    <a:pt x="1200658" y="414591"/>
                  </a:lnTo>
                  <a:lnTo>
                    <a:pt x="1113955" y="393700"/>
                  </a:lnTo>
                  <a:lnTo>
                    <a:pt x="1058532" y="393700"/>
                  </a:lnTo>
                  <a:lnTo>
                    <a:pt x="1001598" y="381000"/>
                  </a:lnTo>
                  <a:lnTo>
                    <a:pt x="967752" y="342900"/>
                  </a:lnTo>
                  <a:lnTo>
                    <a:pt x="933437" y="292100"/>
                  </a:lnTo>
                  <a:lnTo>
                    <a:pt x="911009" y="267462"/>
                  </a:lnTo>
                  <a:lnTo>
                    <a:pt x="911009" y="381000"/>
                  </a:lnTo>
                  <a:lnTo>
                    <a:pt x="718502" y="381000"/>
                  </a:lnTo>
                  <a:lnTo>
                    <a:pt x="742378" y="342900"/>
                  </a:lnTo>
                  <a:lnTo>
                    <a:pt x="766483" y="317500"/>
                  </a:lnTo>
                  <a:lnTo>
                    <a:pt x="815162" y="266700"/>
                  </a:lnTo>
                  <a:lnTo>
                    <a:pt x="887209" y="342900"/>
                  </a:lnTo>
                  <a:lnTo>
                    <a:pt x="911009" y="381000"/>
                  </a:lnTo>
                  <a:lnTo>
                    <a:pt x="911009" y="267462"/>
                  </a:lnTo>
                  <a:lnTo>
                    <a:pt x="910323" y="266700"/>
                  </a:lnTo>
                  <a:lnTo>
                    <a:pt x="863917" y="215900"/>
                  </a:lnTo>
                  <a:lnTo>
                    <a:pt x="893191" y="190500"/>
                  </a:lnTo>
                  <a:lnTo>
                    <a:pt x="928776" y="165100"/>
                  </a:lnTo>
                  <a:lnTo>
                    <a:pt x="969060" y="127000"/>
                  </a:lnTo>
                  <a:lnTo>
                    <a:pt x="1012456" y="101600"/>
                  </a:lnTo>
                  <a:lnTo>
                    <a:pt x="1057363" y="76200"/>
                  </a:lnTo>
                  <a:lnTo>
                    <a:pt x="1102194" y="63500"/>
                  </a:lnTo>
                  <a:lnTo>
                    <a:pt x="1145336" y="63500"/>
                  </a:lnTo>
                  <a:lnTo>
                    <a:pt x="1185214" y="76200"/>
                  </a:lnTo>
                  <a:lnTo>
                    <a:pt x="1216748" y="101600"/>
                  </a:lnTo>
                  <a:lnTo>
                    <a:pt x="1236510" y="139700"/>
                  </a:lnTo>
                  <a:lnTo>
                    <a:pt x="1246505" y="177800"/>
                  </a:lnTo>
                  <a:lnTo>
                    <a:pt x="1248702" y="228600"/>
                  </a:lnTo>
                  <a:lnTo>
                    <a:pt x="1248702" y="33108"/>
                  </a:lnTo>
                  <a:lnTo>
                    <a:pt x="1219974" y="12700"/>
                  </a:lnTo>
                  <a:lnTo>
                    <a:pt x="1178229" y="0"/>
                  </a:lnTo>
                  <a:lnTo>
                    <a:pt x="1090383" y="0"/>
                  </a:lnTo>
                  <a:lnTo>
                    <a:pt x="1045756" y="12700"/>
                  </a:lnTo>
                  <a:lnTo>
                    <a:pt x="1001661" y="38100"/>
                  </a:lnTo>
                  <a:lnTo>
                    <a:pt x="958837" y="50800"/>
                  </a:lnTo>
                  <a:lnTo>
                    <a:pt x="918032" y="88900"/>
                  </a:lnTo>
                  <a:lnTo>
                    <a:pt x="879983" y="114300"/>
                  </a:lnTo>
                  <a:lnTo>
                    <a:pt x="845439" y="139700"/>
                  </a:lnTo>
                  <a:lnTo>
                    <a:pt x="815136" y="165100"/>
                  </a:lnTo>
                  <a:lnTo>
                    <a:pt x="784771" y="139700"/>
                  </a:lnTo>
                  <a:lnTo>
                    <a:pt x="766381" y="126301"/>
                  </a:lnTo>
                  <a:lnTo>
                    <a:pt x="766381" y="215900"/>
                  </a:lnTo>
                  <a:lnTo>
                    <a:pt x="731024" y="254000"/>
                  </a:lnTo>
                  <a:lnTo>
                    <a:pt x="696023" y="292100"/>
                  </a:lnTo>
                  <a:lnTo>
                    <a:pt x="661504" y="342900"/>
                  </a:lnTo>
                  <a:lnTo>
                    <a:pt x="627634" y="381000"/>
                  </a:lnTo>
                  <a:lnTo>
                    <a:pt x="576745" y="392391"/>
                  </a:lnTo>
                  <a:lnTo>
                    <a:pt x="576745" y="457200"/>
                  </a:lnTo>
                  <a:lnTo>
                    <a:pt x="551307" y="495300"/>
                  </a:lnTo>
                  <a:lnTo>
                    <a:pt x="526846" y="533400"/>
                  </a:lnTo>
                  <a:lnTo>
                    <a:pt x="503351" y="571500"/>
                  </a:lnTo>
                  <a:lnTo>
                    <a:pt x="480834" y="622300"/>
                  </a:lnTo>
                  <a:lnTo>
                    <a:pt x="466191" y="584200"/>
                  </a:lnTo>
                  <a:lnTo>
                    <a:pt x="452666" y="546100"/>
                  </a:lnTo>
                  <a:lnTo>
                    <a:pt x="440918" y="521982"/>
                  </a:lnTo>
                  <a:lnTo>
                    <a:pt x="440918" y="698500"/>
                  </a:lnTo>
                  <a:lnTo>
                    <a:pt x="417461" y="749300"/>
                  </a:lnTo>
                  <a:lnTo>
                    <a:pt x="396189" y="800100"/>
                  </a:lnTo>
                  <a:lnTo>
                    <a:pt x="377190" y="850900"/>
                  </a:lnTo>
                  <a:lnTo>
                    <a:pt x="360540" y="901700"/>
                  </a:lnTo>
                  <a:lnTo>
                    <a:pt x="322516" y="889000"/>
                  </a:lnTo>
                  <a:lnTo>
                    <a:pt x="277583" y="876300"/>
                  </a:lnTo>
                  <a:lnTo>
                    <a:pt x="181724" y="825500"/>
                  </a:lnTo>
                  <a:lnTo>
                    <a:pt x="138201" y="800100"/>
                  </a:lnTo>
                  <a:lnTo>
                    <a:pt x="102539" y="774700"/>
                  </a:lnTo>
                  <a:lnTo>
                    <a:pt x="78422" y="736600"/>
                  </a:lnTo>
                  <a:lnTo>
                    <a:pt x="69570" y="698500"/>
                  </a:lnTo>
                  <a:lnTo>
                    <a:pt x="78295" y="660400"/>
                  </a:lnTo>
                  <a:lnTo>
                    <a:pt x="102082" y="622300"/>
                  </a:lnTo>
                  <a:lnTo>
                    <a:pt x="137375" y="584200"/>
                  </a:lnTo>
                  <a:lnTo>
                    <a:pt x="180594" y="558800"/>
                  </a:lnTo>
                  <a:lnTo>
                    <a:pt x="228193" y="546100"/>
                  </a:lnTo>
                  <a:lnTo>
                    <a:pt x="276580" y="520700"/>
                  </a:lnTo>
                  <a:lnTo>
                    <a:pt x="322224" y="508000"/>
                  </a:lnTo>
                  <a:lnTo>
                    <a:pt x="361530" y="495300"/>
                  </a:lnTo>
                  <a:lnTo>
                    <a:pt x="378002" y="546100"/>
                  </a:lnTo>
                  <a:lnTo>
                    <a:pt x="396773" y="596900"/>
                  </a:lnTo>
                  <a:lnTo>
                    <a:pt x="417766" y="647700"/>
                  </a:lnTo>
                  <a:lnTo>
                    <a:pt x="440918" y="698500"/>
                  </a:lnTo>
                  <a:lnTo>
                    <a:pt x="440918" y="521982"/>
                  </a:lnTo>
                  <a:lnTo>
                    <a:pt x="440296" y="520700"/>
                  </a:lnTo>
                  <a:lnTo>
                    <a:pt x="432816" y="495300"/>
                  </a:lnTo>
                  <a:lnTo>
                    <a:pt x="429082" y="482600"/>
                  </a:lnTo>
                  <a:lnTo>
                    <a:pt x="464502" y="469900"/>
                  </a:lnTo>
                  <a:lnTo>
                    <a:pt x="500976" y="469900"/>
                  </a:lnTo>
                  <a:lnTo>
                    <a:pt x="538429" y="457200"/>
                  </a:lnTo>
                  <a:lnTo>
                    <a:pt x="576745" y="457200"/>
                  </a:lnTo>
                  <a:lnTo>
                    <a:pt x="576745" y="392391"/>
                  </a:lnTo>
                  <a:lnTo>
                    <a:pt x="570839" y="393700"/>
                  </a:lnTo>
                  <a:lnTo>
                    <a:pt x="515518" y="393700"/>
                  </a:lnTo>
                  <a:lnTo>
                    <a:pt x="410286" y="419100"/>
                  </a:lnTo>
                  <a:lnTo>
                    <a:pt x="400138" y="381000"/>
                  </a:lnTo>
                  <a:lnTo>
                    <a:pt x="389991" y="330200"/>
                  </a:lnTo>
                  <a:lnTo>
                    <a:pt x="381825" y="279400"/>
                  </a:lnTo>
                  <a:lnTo>
                    <a:pt x="377621" y="228600"/>
                  </a:lnTo>
                  <a:lnTo>
                    <a:pt x="379349" y="177800"/>
                  </a:lnTo>
                  <a:lnTo>
                    <a:pt x="388988" y="139700"/>
                  </a:lnTo>
                  <a:lnTo>
                    <a:pt x="408533" y="101600"/>
                  </a:lnTo>
                  <a:lnTo>
                    <a:pt x="439966" y="76200"/>
                  </a:lnTo>
                  <a:lnTo>
                    <a:pt x="480377" y="63500"/>
                  </a:lnTo>
                  <a:lnTo>
                    <a:pt x="524319" y="63500"/>
                  </a:lnTo>
                  <a:lnTo>
                    <a:pt x="570090" y="76200"/>
                  </a:lnTo>
                  <a:lnTo>
                    <a:pt x="615975" y="101600"/>
                  </a:lnTo>
                  <a:lnTo>
                    <a:pt x="660260" y="127000"/>
                  </a:lnTo>
                  <a:lnTo>
                    <a:pt x="701230" y="165100"/>
                  </a:lnTo>
                  <a:lnTo>
                    <a:pt x="737171" y="190500"/>
                  </a:lnTo>
                  <a:lnTo>
                    <a:pt x="766381" y="215900"/>
                  </a:lnTo>
                  <a:lnTo>
                    <a:pt x="766381" y="126301"/>
                  </a:lnTo>
                  <a:lnTo>
                    <a:pt x="711339" y="88900"/>
                  </a:lnTo>
                  <a:lnTo>
                    <a:pt x="669874" y="63500"/>
                  </a:lnTo>
                  <a:lnTo>
                    <a:pt x="626313" y="38100"/>
                  </a:lnTo>
                  <a:lnTo>
                    <a:pt x="581456" y="12700"/>
                  </a:lnTo>
                  <a:lnTo>
                    <a:pt x="536105" y="0"/>
                  </a:lnTo>
                  <a:lnTo>
                    <a:pt x="447128" y="0"/>
                  </a:lnTo>
                  <a:lnTo>
                    <a:pt x="405104" y="12700"/>
                  </a:lnTo>
                  <a:lnTo>
                    <a:pt x="369608" y="38100"/>
                  </a:lnTo>
                  <a:lnTo>
                    <a:pt x="343623" y="76200"/>
                  </a:lnTo>
                  <a:lnTo>
                    <a:pt x="326009" y="114300"/>
                  </a:lnTo>
                  <a:lnTo>
                    <a:pt x="315645" y="165100"/>
                  </a:lnTo>
                  <a:lnTo>
                    <a:pt x="311429" y="203200"/>
                  </a:lnTo>
                  <a:lnTo>
                    <a:pt x="312204" y="254000"/>
                  </a:lnTo>
                  <a:lnTo>
                    <a:pt x="316852" y="304800"/>
                  </a:lnTo>
                  <a:lnTo>
                    <a:pt x="324269" y="355600"/>
                  </a:lnTo>
                  <a:lnTo>
                    <a:pt x="333311" y="393700"/>
                  </a:lnTo>
                  <a:lnTo>
                    <a:pt x="342849" y="431800"/>
                  </a:lnTo>
                  <a:lnTo>
                    <a:pt x="302552" y="444500"/>
                  </a:lnTo>
                  <a:lnTo>
                    <a:pt x="258686" y="457200"/>
                  </a:lnTo>
                  <a:lnTo>
                    <a:pt x="213080" y="482600"/>
                  </a:lnTo>
                  <a:lnTo>
                    <a:pt x="167589" y="495300"/>
                  </a:lnTo>
                  <a:lnTo>
                    <a:pt x="124053" y="520700"/>
                  </a:lnTo>
                  <a:lnTo>
                    <a:pt x="84302" y="546100"/>
                  </a:lnTo>
                  <a:lnTo>
                    <a:pt x="50177" y="584200"/>
                  </a:lnTo>
                  <a:lnTo>
                    <a:pt x="23520" y="609600"/>
                  </a:lnTo>
                  <a:lnTo>
                    <a:pt x="6184" y="647700"/>
                  </a:lnTo>
                  <a:lnTo>
                    <a:pt x="0" y="698500"/>
                  </a:lnTo>
                  <a:lnTo>
                    <a:pt x="6172" y="736600"/>
                  </a:lnTo>
                  <a:lnTo>
                    <a:pt x="23495" y="774700"/>
                  </a:lnTo>
                  <a:lnTo>
                    <a:pt x="50114" y="812800"/>
                  </a:lnTo>
                  <a:lnTo>
                    <a:pt x="84175" y="850900"/>
                  </a:lnTo>
                  <a:lnTo>
                    <a:pt x="123850" y="876300"/>
                  </a:lnTo>
                  <a:lnTo>
                    <a:pt x="167284" y="901700"/>
                  </a:lnTo>
                  <a:lnTo>
                    <a:pt x="212648" y="914400"/>
                  </a:lnTo>
                  <a:lnTo>
                    <a:pt x="258102" y="939800"/>
                  </a:lnTo>
                  <a:lnTo>
                    <a:pt x="301790" y="952500"/>
                  </a:lnTo>
                  <a:lnTo>
                    <a:pt x="341871" y="965200"/>
                  </a:lnTo>
                  <a:lnTo>
                    <a:pt x="332359" y="1003300"/>
                  </a:lnTo>
                  <a:lnTo>
                    <a:pt x="323456" y="1041400"/>
                  </a:lnTo>
                  <a:lnTo>
                    <a:pt x="316268" y="1092200"/>
                  </a:lnTo>
                  <a:lnTo>
                    <a:pt x="311886" y="1143000"/>
                  </a:lnTo>
                  <a:lnTo>
                    <a:pt x="311416" y="1181100"/>
                  </a:lnTo>
                  <a:lnTo>
                    <a:pt x="315963" y="1231900"/>
                  </a:lnTo>
                  <a:lnTo>
                    <a:pt x="326618" y="1282700"/>
                  </a:lnTo>
                  <a:lnTo>
                    <a:pt x="344487" y="1320800"/>
                  </a:lnTo>
                  <a:lnTo>
                    <a:pt x="406285" y="1371600"/>
                  </a:lnTo>
                  <a:lnTo>
                    <a:pt x="448424" y="1397000"/>
                  </a:lnTo>
                  <a:lnTo>
                    <a:pt x="537514" y="1397000"/>
                  </a:lnTo>
                  <a:lnTo>
                    <a:pt x="582904" y="1384300"/>
                  </a:lnTo>
                  <a:lnTo>
                    <a:pt x="627786" y="1358900"/>
                  </a:lnTo>
                  <a:lnTo>
                    <a:pt x="671410" y="1333500"/>
                  </a:lnTo>
                  <a:lnTo>
                    <a:pt x="712952" y="1308100"/>
                  </a:lnTo>
                  <a:lnTo>
                    <a:pt x="751662" y="1282700"/>
                  </a:lnTo>
                  <a:lnTo>
                    <a:pt x="786739" y="1257300"/>
                  </a:lnTo>
                  <a:lnTo>
                    <a:pt x="817397" y="1219200"/>
                  </a:lnTo>
                  <a:lnTo>
                    <a:pt x="847801" y="1257300"/>
                  </a:lnTo>
                  <a:lnTo>
                    <a:pt x="882345" y="1282700"/>
                  </a:lnTo>
                  <a:lnTo>
                    <a:pt x="920305" y="1308100"/>
                  </a:lnTo>
                  <a:lnTo>
                    <a:pt x="960970" y="1333500"/>
                  </a:lnTo>
                  <a:lnTo>
                    <a:pt x="1003592" y="1358900"/>
                  </a:lnTo>
                  <a:lnTo>
                    <a:pt x="1047483" y="1384300"/>
                  </a:lnTo>
                  <a:lnTo>
                    <a:pt x="1091895" y="1397000"/>
                  </a:lnTo>
                  <a:lnTo>
                    <a:pt x="1179449" y="1397000"/>
                  </a:lnTo>
                  <a:lnTo>
                    <a:pt x="1221155" y="1371600"/>
                  </a:lnTo>
                  <a:lnTo>
                    <a:pt x="1256969" y="1346200"/>
                  </a:lnTo>
                  <a:lnTo>
                    <a:pt x="1270254" y="1333500"/>
                  </a:lnTo>
                  <a:lnTo>
                    <a:pt x="1283550" y="1320800"/>
                  </a:lnTo>
                  <a:lnTo>
                    <a:pt x="1301953" y="1282700"/>
                  </a:lnTo>
                  <a:lnTo>
                    <a:pt x="1313243" y="1231900"/>
                  </a:lnTo>
                  <a:lnTo>
                    <a:pt x="1318450" y="1181100"/>
                  </a:lnTo>
                  <a:lnTo>
                    <a:pt x="1318653" y="1143000"/>
                  </a:lnTo>
                  <a:lnTo>
                    <a:pt x="1314881" y="1092200"/>
                  </a:lnTo>
                  <a:lnTo>
                    <a:pt x="1308188" y="1041400"/>
                  </a:lnTo>
                  <a:lnTo>
                    <a:pt x="1299641" y="1003300"/>
                  </a:lnTo>
                  <a:lnTo>
                    <a:pt x="1293393" y="977900"/>
                  </a:lnTo>
                  <a:lnTo>
                    <a:pt x="1290269" y="965200"/>
                  </a:lnTo>
                  <a:lnTo>
                    <a:pt x="1329334" y="952500"/>
                  </a:lnTo>
                  <a:lnTo>
                    <a:pt x="1350772" y="939800"/>
                  </a:lnTo>
                  <a:lnTo>
                    <a:pt x="1372222" y="927100"/>
                  </a:lnTo>
                  <a:lnTo>
                    <a:pt x="1417066" y="914400"/>
                  </a:lnTo>
                  <a:lnTo>
                    <a:pt x="1462011" y="889000"/>
                  </a:lnTo>
                  <a:lnTo>
                    <a:pt x="1505165" y="876300"/>
                  </a:lnTo>
                  <a:lnTo>
                    <a:pt x="1544675" y="838200"/>
                  </a:lnTo>
                  <a:lnTo>
                    <a:pt x="1578660" y="812800"/>
                  </a:lnTo>
                  <a:lnTo>
                    <a:pt x="1605254" y="774700"/>
                  </a:lnTo>
                  <a:lnTo>
                    <a:pt x="1622577" y="736600"/>
                  </a:lnTo>
                  <a:lnTo>
                    <a:pt x="1628775" y="698500"/>
                  </a:lnTo>
                  <a:close/>
                </a:path>
              </a:pathLst>
            </a:custGeom>
            <a:solidFill>
              <a:srgbClr val="53C1DE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112209" y="4501707"/>
              <a:ext cx="2076449" cy="166687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06507" y="4577991"/>
              <a:ext cx="1609724" cy="160972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74383" y="4694791"/>
              <a:ext cx="2152649" cy="128587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3222149" y="4501707"/>
              <a:ext cx="1362074" cy="1752599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231130" y="7946331"/>
              <a:ext cx="1828799" cy="1828799"/>
            </a:xfrm>
            <a:prstGeom prst="rect">
              <a:avLst/>
            </a:prstGeom>
          </p:spPr>
        </p:pic>
      </p:grp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78611" rIns="0" bIns="0" rtlCol="0" vert="horz">
            <a:spAutoFit/>
          </a:bodyPr>
          <a:lstStyle/>
          <a:p>
            <a:pPr marL="5052060">
              <a:lnSpc>
                <a:spcPct val="100000"/>
              </a:lnSpc>
              <a:spcBef>
                <a:spcPts val="100"/>
              </a:spcBef>
            </a:pPr>
            <a:r>
              <a:rPr dirty="0" sz="4300" spc="-114"/>
              <a:t>TECNOLOGÍAS</a:t>
            </a:r>
            <a:r>
              <a:rPr dirty="0" sz="4300" spc="-110"/>
              <a:t> </a:t>
            </a:r>
            <a:r>
              <a:rPr dirty="0" sz="4300" spc="-120"/>
              <a:t>UTILIZADAS</a:t>
            </a:r>
            <a:endParaRPr sz="4300"/>
          </a:p>
        </p:txBody>
      </p:sp>
      <p:sp>
        <p:nvSpPr>
          <p:cNvPr id="13" name="object 13" descr=""/>
          <p:cNvSpPr txBox="1"/>
          <p:nvPr/>
        </p:nvSpPr>
        <p:spPr>
          <a:xfrm>
            <a:off x="2656745" y="3198041"/>
            <a:ext cx="2550795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10" b="1">
                <a:solidFill>
                  <a:srgbClr val="FFFFFF"/>
                </a:solidFill>
                <a:latin typeface="Arial"/>
                <a:cs typeface="Arial"/>
              </a:rPr>
              <a:t>Frontend</a:t>
            </a:r>
            <a:endParaRPr sz="450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2694677" y="3198041"/>
            <a:ext cx="242189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10" b="1">
                <a:solidFill>
                  <a:srgbClr val="FFFFFF"/>
                </a:solidFill>
                <a:latin typeface="Arial"/>
                <a:cs typeface="Arial"/>
              </a:rPr>
              <a:t>Backend</a:t>
            </a:r>
            <a:endParaRPr sz="450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581344" y="6845248"/>
            <a:ext cx="3125470" cy="711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0" spc="-150" b="1">
                <a:solidFill>
                  <a:srgbClr val="FFFFFF"/>
                </a:solidFill>
                <a:latin typeface="Arial"/>
                <a:cs typeface="Arial"/>
              </a:rPr>
              <a:t>API</a:t>
            </a:r>
            <a:r>
              <a:rPr dirty="0" sz="4500" spc="-1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4500" spc="-10" b="1">
                <a:solidFill>
                  <a:srgbClr val="FFFFFF"/>
                </a:solidFill>
                <a:latin typeface="Arial"/>
                <a:cs typeface="Arial"/>
              </a:rPr>
              <a:t>OpenAI</a:t>
            </a:r>
            <a:endParaRPr sz="4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6437630">
              <a:lnSpc>
                <a:spcPct val="100000"/>
              </a:lnSpc>
              <a:spcBef>
                <a:spcPts val="100"/>
              </a:spcBef>
            </a:pPr>
            <a:r>
              <a:rPr dirty="0" sz="4300" spc="-55"/>
              <a:t>DEMO</a:t>
            </a:r>
            <a:r>
              <a:rPr dirty="0" sz="4300" spc="-220"/>
              <a:t> </a:t>
            </a:r>
            <a:r>
              <a:rPr dirty="0" sz="4300" spc="-45"/>
              <a:t>COMUNIAPP</a:t>
            </a:r>
            <a:endParaRPr sz="43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5730"/>
            <a:chOff x="0" y="0"/>
            <a:chExt cx="18288000" cy="1028573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5573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44306" y="0"/>
              <a:ext cx="4314824" cy="14001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82579" y="4612517"/>
              <a:ext cx="4143374" cy="2247899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796442" y="1723760"/>
              <a:ext cx="2666999" cy="4095749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653060" y="5823197"/>
              <a:ext cx="3638549" cy="33623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467831" y="2833652"/>
              <a:ext cx="1790699" cy="3714749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958291" y="6307475"/>
              <a:ext cx="2533649" cy="3028949"/>
            </a:xfrm>
            <a:prstGeom prst="rect">
              <a:avLst/>
            </a:prstGeom>
          </p:spPr>
        </p:pic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78611" rIns="0" bIns="0" rtlCol="0" vert="horz">
            <a:spAutoFit/>
          </a:bodyPr>
          <a:lstStyle/>
          <a:p>
            <a:pPr marL="5223510">
              <a:lnSpc>
                <a:spcPct val="100000"/>
              </a:lnSpc>
              <a:spcBef>
                <a:spcPts val="100"/>
              </a:spcBef>
            </a:pPr>
            <a:r>
              <a:rPr dirty="0" sz="4300" spc="-225"/>
              <a:t>RESULTADOS</a:t>
            </a:r>
            <a:r>
              <a:rPr dirty="0" sz="4300" spc="-110"/>
              <a:t> </a:t>
            </a:r>
            <a:r>
              <a:rPr dirty="0" sz="4300" spc="-105"/>
              <a:t>OBTENIDOS</a:t>
            </a:r>
            <a:endParaRPr sz="4300"/>
          </a:p>
        </p:txBody>
      </p:sp>
      <p:grpSp>
        <p:nvGrpSpPr>
          <p:cNvPr id="11" name="object 11" descr=""/>
          <p:cNvGrpSpPr/>
          <p:nvPr/>
        </p:nvGrpSpPr>
        <p:grpSpPr>
          <a:xfrm>
            <a:off x="1200380" y="3134680"/>
            <a:ext cx="123825" cy="3562985"/>
            <a:chOff x="1200380" y="3134680"/>
            <a:chExt cx="123825" cy="3562985"/>
          </a:xfrm>
        </p:grpSpPr>
        <p:pic>
          <p:nvPicPr>
            <p:cNvPr id="12" name="object 12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00380" y="3134680"/>
              <a:ext cx="123825" cy="123824"/>
            </a:xfrm>
            <a:prstGeom prst="rect">
              <a:avLst/>
            </a:prstGeom>
          </p:spPr>
        </p:pic>
        <p:pic>
          <p:nvPicPr>
            <p:cNvPr id="13" name="object 1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00380" y="4006337"/>
              <a:ext cx="123825" cy="123824"/>
            </a:xfrm>
            <a:prstGeom prst="rect">
              <a:avLst/>
            </a:prstGeom>
          </p:spPr>
        </p:pic>
        <p:pic>
          <p:nvPicPr>
            <p:cNvPr id="14" name="object 14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00380" y="4878825"/>
              <a:ext cx="123825" cy="123824"/>
            </a:xfrm>
            <a:prstGeom prst="rect">
              <a:avLst/>
            </a:prstGeom>
          </p:spPr>
        </p:pic>
        <p:pic>
          <p:nvPicPr>
            <p:cNvPr id="15" name="object 15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00380" y="6573574"/>
              <a:ext cx="123825" cy="12382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200380" y="5746108"/>
              <a:ext cx="123825" cy="123824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488016" y="2924527"/>
            <a:ext cx="11196320" cy="39185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950" b="1">
                <a:solidFill>
                  <a:srgbClr val="FFFFFF"/>
                </a:solidFill>
                <a:latin typeface="Arial"/>
                <a:cs typeface="Arial"/>
              </a:rPr>
              <a:t>Aplicación</a:t>
            </a:r>
            <a:r>
              <a:rPr dirty="0" sz="295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65" b="1">
                <a:solidFill>
                  <a:srgbClr val="FFFFFF"/>
                </a:solidFill>
                <a:latin typeface="Arial"/>
                <a:cs typeface="Arial"/>
              </a:rPr>
              <a:t>SaaS</a:t>
            </a:r>
            <a:r>
              <a:rPr dirty="0" sz="295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65" b="1">
                <a:solidFill>
                  <a:srgbClr val="FFFFFF"/>
                </a:solidFill>
                <a:latin typeface="Arial"/>
                <a:cs typeface="Arial"/>
              </a:rPr>
              <a:t>multiplataforma</a:t>
            </a:r>
            <a:r>
              <a:rPr dirty="0" sz="295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FFFFFF"/>
                </a:solidFill>
                <a:latin typeface="Arial"/>
                <a:cs typeface="Arial"/>
              </a:rPr>
              <a:t>funcional</a:t>
            </a:r>
            <a:r>
              <a:rPr dirty="0" sz="295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13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95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FFFFFF"/>
                </a:solidFill>
                <a:latin typeface="Arial"/>
                <a:cs typeface="Arial"/>
              </a:rPr>
              <a:t>lista</a:t>
            </a:r>
            <a:r>
              <a:rPr dirty="0" sz="295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65" b="1">
                <a:solidFill>
                  <a:srgbClr val="FFFFFF"/>
                </a:solidFill>
                <a:latin typeface="Arial"/>
                <a:cs typeface="Arial"/>
              </a:rPr>
              <a:t>para</a:t>
            </a:r>
            <a:r>
              <a:rPr dirty="0" sz="295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45" b="1">
                <a:solidFill>
                  <a:srgbClr val="FFFFFF"/>
                </a:solidFill>
                <a:latin typeface="Arial"/>
                <a:cs typeface="Arial"/>
              </a:rPr>
              <a:t>operar</a:t>
            </a:r>
            <a:endParaRPr sz="2950">
              <a:latin typeface="Arial"/>
              <a:cs typeface="Arial"/>
            </a:endParaRPr>
          </a:p>
          <a:p>
            <a:pPr marL="12700" marR="1352550">
              <a:lnSpc>
                <a:spcPts val="6870"/>
              </a:lnSpc>
              <a:spcBef>
                <a:spcPts val="775"/>
              </a:spcBef>
            </a:pPr>
            <a:r>
              <a:rPr dirty="0" sz="2950" spc="55" b="1">
                <a:solidFill>
                  <a:srgbClr val="FFFFFF"/>
                </a:solidFill>
                <a:latin typeface="Arial"/>
                <a:cs typeface="Arial"/>
              </a:rPr>
              <a:t>Infraestructura</a:t>
            </a:r>
            <a:r>
              <a:rPr dirty="0" sz="295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13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9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75" b="1">
                <a:solidFill>
                  <a:srgbClr val="FFFFFF"/>
                </a:solidFill>
                <a:latin typeface="Arial"/>
                <a:cs typeface="Arial"/>
              </a:rPr>
              <a:t>arquitectura</a:t>
            </a:r>
            <a:r>
              <a:rPr dirty="0" sz="295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70" b="1">
                <a:solidFill>
                  <a:srgbClr val="FFFFFF"/>
                </a:solidFill>
                <a:latin typeface="Arial"/>
                <a:cs typeface="Arial"/>
              </a:rPr>
              <a:t>mantenible</a:t>
            </a:r>
            <a:r>
              <a:rPr dirty="0" sz="29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13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95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35" b="1">
                <a:solidFill>
                  <a:srgbClr val="FFFFFF"/>
                </a:solidFill>
                <a:latin typeface="Arial"/>
                <a:cs typeface="Arial"/>
              </a:rPr>
              <a:t>escalable </a:t>
            </a:r>
            <a:r>
              <a:rPr dirty="0" sz="2950" b="1">
                <a:solidFill>
                  <a:srgbClr val="FFFFFF"/>
                </a:solidFill>
                <a:latin typeface="Arial"/>
                <a:cs typeface="Arial"/>
              </a:rPr>
              <a:t>Transpariencia</a:t>
            </a:r>
            <a:r>
              <a:rPr dirty="0" sz="295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13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95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55" b="1">
                <a:solidFill>
                  <a:srgbClr val="FFFFFF"/>
                </a:solidFill>
                <a:latin typeface="Arial"/>
                <a:cs typeface="Arial"/>
              </a:rPr>
              <a:t>eficiencia</a:t>
            </a:r>
            <a:r>
              <a:rPr dirty="0" sz="295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60" b="1">
                <a:solidFill>
                  <a:srgbClr val="FFFFFF"/>
                </a:solidFill>
                <a:latin typeface="Arial"/>
                <a:cs typeface="Arial"/>
              </a:rPr>
              <a:t>en</a:t>
            </a:r>
            <a:r>
              <a:rPr dirty="0" sz="295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FFFFFF"/>
                </a:solidFill>
                <a:latin typeface="Arial"/>
                <a:cs typeface="Arial"/>
              </a:rPr>
              <a:t>la</a:t>
            </a:r>
            <a:r>
              <a:rPr dirty="0" sz="295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FFFFFF"/>
                </a:solidFill>
                <a:latin typeface="Arial"/>
                <a:cs typeface="Arial"/>
              </a:rPr>
              <a:t>gestión</a:t>
            </a:r>
            <a:endParaRPr sz="2950">
              <a:latin typeface="Arial"/>
              <a:cs typeface="Arial"/>
            </a:endParaRPr>
          </a:p>
          <a:p>
            <a:pPr marL="12700" marR="5113655">
              <a:lnSpc>
                <a:spcPts val="6520"/>
              </a:lnSpc>
              <a:spcBef>
                <a:spcPts val="40"/>
              </a:spcBef>
            </a:pPr>
            <a:r>
              <a:rPr dirty="0" sz="2950" b="1">
                <a:solidFill>
                  <a:srgbClr val="FFFFFF"/>
                </a:solidFill>
                <a:latin typeface="Arial"/>
                <a:cs typeface="Arial"/>
              </a:rPr>
              <a:t>Excelente</a:t>
            </a:r>
            <a:r>
              <a:rPr dirty="0" sz="2950" spc="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50" b="1">
                <a:solidFill>
                  <a:srgbClr val="FFFFFF"/>
                </a:solidFill>
                <a:latin typeface="Arial"/>
                <a:cs typeface="Arial"/>
              </a:rPr>
              <a:t>experiencia</a:t>
            </a:r>
            <a:r>
              <a:rPr dirty="0" sz="295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12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950" spc="2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FFFFFF"/>
                </a:solidFill>
                <a:latin typeface="Arial"/>
                <a:cs typeface="Arial"/>
              </a:rPr>
              <a:t>usuario </a:t>
            </a:r>
            <a:r>
              <a:rPr dirty="0" sz="2950" spc="-30" b="1">
                <a:solidFill>
                  <a:srgbClr val="FFFFFF"/>
                </a:solidFill>
                <a:latin typeface="Arial"/>
                <a:cs typeface="Arial"/>
              </a:rPr>
              <a:t>Baja</a:t>
            </a:r>
            <a:r>
              <a:rPr dirty="0" sz="295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b="1">
                <a:solidFill>
                  <a:srgbClr val="FFFFFF"/>
                </a:solidFill>
                <a:latin typeface="Arial"/>
                <a:cs typeface="Arial"/>
              </a:rPr>
              <a:t>curva</a:t>
            </a:r>
            <a:r>
              <a:rPr dirty="0" sz="295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12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95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FFFFFF"/>
                </a:solidFill>
                <a:latin typeface="Arial"/>
                <a:cs typeface="Arial"/>
              </a:rPr>
              <a:t>aprendizaje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44306" y="0"/>
              <a:ext cx="4314824" cy="140017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243760" y="450508"/>
            <a:ext cx="855853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185"/>
              <a:t>OBSTACULOS</a:t>
            </a:r>
            <a:r>
              <a:rPr dirty="0" sz="4800" spc="-125"/>
              <a:t> </a:t>
            </a:r>
            <a:r>
              <a:rPr dirty="0" sz="4800" spc="-210"/>
              <a:t>PRESENTADOS</a:t>
            </a:r>
            <a:endParaRPr sz="4800"/>
          </a:p>
        </p:txBody>
      </p:sp>
      <p:grpSp>
        <p:nvGrpSpPr>
          <p:cNvPr id="6" name="object 6" descr=""/>
          <p:cNvGrpSpPr/>
          <p:nvPr/>
        </p:nvGrpSpPr>
        <p:grpSpPr>
          <a:xfrm>
            <a:off x="1641817" y="3158974"/>
            <a:ext cx="9040495" cy="4162425"/>
            <a:chOff x="1641817" y="3158974"/>
            <a:chExt cx="9040495" cy="4162425"/>
          </a:xfrm>
        </p:grpSpPr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1817" y="3158974"/>
              <a:ext cx="123824" cy="123824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41817" y="4673448"/>
              <a:ext cx="123824" cy="12382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41817" y="6692748"/>
              <a:ext cx="123824" cy="1238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57868" y="3158974"/>
              <a:ext cx="123824" cy="12382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57868" y="5178273"/>
              <a:ext cx="123824" cy="123824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557868" y="7197573"/>
              <a:ext cx="123824" cy="123824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1936447" y="2895575"/>
            <a:ext cx="7884159" cy="1035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5"/>
              </a:spcBef>
            </a:pPr>
            <a:r>
              <a:rPr dirty="0" sz="2850" spc="-100" b="1">
                <a:solidFill>
                  <a:srgbClr val="FFFFFF"/>
                </a:solidFill>
                <a:latin typeface="Arial"/>
                <a:cs typeface="Arial"/>
              </a:rPr>
              <a:t>MULTITENANCY</a:t>
            </a:r>
            <a:r>
              <a:rPr dirty="0" sz="285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50" spc="1525" b="1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dirty="0" sz="1350" spc="3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60" b="1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dirty="0" sz="285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2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85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30" b="1">
                <a:solidFill>
                  <a:srgbClr val="FFFFFF"/>
                </a:solidFill>
                <a:latin typeface="Arial"/>
                <a:cs typeface="Arial"/>
              </a:rPr>
              <a:t>AISLAMIENTO </a:t>
            </a:r>
            <a:r>
              <a:rPr dirty="0" sz="2850" spc="-135" b="1">
                <a:solidFill>
                  <a:srgbClr val="FFFFFF"/>
                </a:solidFill>
                <a:latin typeface="Arial"/>
                <a:cs typeface="Arial"/>
              </a:rPr>
              <a:t>TOTAL</a:t>
            </a:r>
            <a:r>
              <a:rPr dirty="0" sz="285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4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85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50" b="1">
                <a:solidFill>
                  <a:srgbClr val="FFFFFF"/>
                </a:solidFill>
                <a:latin typeface="Arial"/>
                <a:cs typeface="Arial"/>
              </a:rPr>
              <a:t>DATOS</a:t>
            </a:r>
            <a:r>
              <a:rPr dirty="0" sz="285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45" b="1">
                <a:solidFill>
                  <a:srgbClr val="FFFFFF"/>
                </a:solidFill>
                <a:latin typeface="Arial"/>
                <a:cs typeface="Arial"/>
              </a:rPr>
              <a:t>POR</a:t>
            </a:r>
            <a:r>
              <a:rPr dirty="0" sz="285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FFFFFF"/>
                </a:solidFill>
                <a:latin typeface="Arial"/>
                <a:cs typeface="Arial"/>
              </a:rPr>
              <a:t>COMUNIDAD.</a:t>
            </a:r>
            <a:endParaRPr sz="2850">
              <a:latin typeface="Arial"/>
              <a:cs typeface="Arial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936447" y="4410051"/>
            <a:ext cx="7514590" cy="1539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5"/>
              </a:spcBef>
            </a:pPr>
            <a:r>
              <a:rPr dirty="0" sz="2850" spc="-180" b="1">
                <a:solidFill>
                  <a:srgbClr val="FFFFFF"/>
                </a:solidFill>
                <a:latin typeface="Arial"/>
                <a:cs typeface="Arial"/>
              </a:rPr>
              <a:t>ROLES</a:t>
            </a:r>
            <a:r>
              <a:rPr dirty="0" sz="285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00" b="1">
                <a:solidFill>
                  <a:srgbClr val="FFFFFF"/>
                </a:solidFill>
                <a:latin typeface="Arial"/>
                <a:cs typeface="Arial"/>
              </a:rPr>
              <a:t>DIFERENCIADOS</a:t>
            </a:r>
            <a:r>
              <a:rPr dirty="0" sz="285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50" spc="1525" b="1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dirty="0" sz="1350" spc="3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FFFFFF"/>
                </a:solidFill>
                <a:latin typeface="Arial"/>
                <a:cs typeface="Arial"/>
              </a:rPr>
              <a:t>VISTAS, </a:t>
            </a:r>
            <a:r>
              <a:rPr dirty="0" sz="2850" spc="-75" b="1">
                <a:solidFill>
                  <a:srgbClr val="FFFFFF"/>
                </a:solidFill>
                <a:latin typeface="Arial"/>
                <a:cs typeface="Arial"/>
              </a:rPr>
              <a:t>FUNCIONES</a:t>
            </a:r>
            <a:r>
              <a:rPr dirty="0" sz="285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2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85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25" b="1">
                <a:solidFill>
                  <a:srgbClr val="FFFFFF"/>
                </a:solidFill>
                <a:latin typeface="Arial"/>
                <a:cs typeface="Arial"/>
              </a:rPr>
              <a:t>PERMISOS</a:t>
            </a:r>
            <a:r>
              <a:rPr dirty="0" sz="285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14" b="1">
                <a:solidFill>
                  <a:srgbClr val="FFFFFF"/>
                </a:solidFill>
                <a:latin typeface="Arial"/>
                <a:cs typeface="Arial"/>
              </a:rPr>
              <a:t>ESPECÍFICOS</a:t>
            </a:r>
            <a:r>
              <a:rPr dirty="0" sz="285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25" b="1">
                <a:solidFill>
                  <a:srgbClr val="FFFFFF"/>
                </a:solidFill>
                <a:latin typeface="Arial"/>
                <a:cs typeface="Arial"/>
              </a:rPr>
              <a:t>POR </a:t>
            </a:r>
            <a:r>
              <a:rPr dirty="0" sz="2850" spc="-30" b="1">
                <a:solidFill>
                  <a:srgbClr val="FFFFFF"/>
                </a:solidFill>
                <a:latin typeface="Arial"/>
                <a:cs typeface="Arial"/>
              </a:rPr>
              <a:t>PERFIL.</a:t>
            </a:r>
            <a:endParaRPr sz="2850">
              <a:latin typeface="Arial"/>
              <a:cs typeface="Arial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1936447" y="6429350"/>
            <a:ext cx="6896734" cy="1539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5"/>
              </a:spcBef>
            </a:pPr>
            <a:r>
              <a:rPr dirty="0" sz="2850" spc="-150" b="1">
                <a:solidFill>
                  <a:srgbClr val="FFFFFF"/>
                </a:solidFill>
                <a:latin typeface="Arial"/>
                <a:cs typeface="Arial"/>
              </a:rPr>
              <a:t>PAGOS</a:t>
            </a:r>
            <a:r>
              <a:rPr dirty="0" sz="285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25" b="1">
                <a:solidFill>
                  <a:srgbClr val="FFFFFF"/>
                </a:solidFill>
                <a:latin typeface="Arial"/>
                <a:cs typeface="Arial"/>
              </a:rPr>
              <a:t>DIGITALES</a:t>
            </a:r>
            <a:r>
              <a:rPr dirty="0" sz="285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50" spc="1525" b="1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dirty="0" sz="1350" spc="3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25" b="1">
                <a:solidFill>
                  <a:srgbClr val="FFFFFF"/>
                </a:solidFill>
                <a:latin typeface="Arial"/>
                <a:cs typeface="Arial"/>
              </a:rPr>
              <a:t>CONCILIACIÓN</a:t>
            </a:r>
            <a:r>
              <a:rPr dirty="0" sz="285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25" b="1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2850" spc="-100" b="1">
                <a:solidFill>
                  <a:srgbClr val="FFFFFF"/>
                </a:solidFill>
                <a:latin typeface="Arial"/>
                <a:cs typeface="Arial"/>
              </a:rPr>
              <a:t>GASTOS </a:t>
            </a:r>
            <a:r>
              <a:rPr dirty="0" sz="2850" spc="-40" b="1">
                <a:solidFill>
                  <a:srgbClr val="FFFFFF"/>
                </a:solidFill>
                <a:latin typeface="Arial"/>
                <a:cs typeface="Arial"/>
              </a:rPr>
              <a:t>COMUNES</a:t>
            </a:r>
            <a:r>
              <a:rPr dirty="0" sz="28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FFFFFF"/>
                </a:solidFill>
                <a:latin typeface="Arial"/>
                <a:cs typeface="Arial"/>
              </a:rPr>
              <a:t>+</a:t>
            </a:r>
            <a:r>
              <a:rPr dirty="0" sz="28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45" b="1">
                <a:solidFill>
                  <a:srgbClr val="FFFFFF"/>
                </a:solidFill>
                <a:latin typeface="Arial"/>
                <a:cs typeface="Arial"/>
              </a:rPr>
              <a:t>PERSONALES, </a:t>
            </a:r>
            <a:r>
              <a:rPr dirty="0" sz="2850" spc="-175" b="1">
                <a:solidFill>
                  <a:srgbClr val="FFFFFF"/>
                </a:solidFill>
                <a:latin typeface="Arial"/>
                <a:cs typeface="Arial"/>
              </a:rPr>
              <a:t>REVERSOS</a:t>
            </a:r>
            <a:r>
              <a:rPr dirty="0" sz="2850" spc="-6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2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85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10" b="1">
                <a:solidFill>
                  <a:srgbClr val="FFFFFF"/>
                </a:solidFill>
                <a:latin typeface="Arial"/>
                <a:cs typeface="Arial"/>
              </a:rPr>
              <a:t>DISTINTAS</a:t>
            </a:r>
            <a:r>
              <a:rPr dirty="0" sz="285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55" b="1">
                <a:solidFill>
                  <a:srgbClr val="FFFFFF"/>
                </a:solidFill>
                <a:latin typeface="Arial"/>
                <a:cs typeface="Arial"/>
              </a:rPr>
              <a:t>PASARELAS.</a:t>
            </a:r>
            <a:endParaRPr sz="2850">
              <a:latin typeface="Arial"/>
              <a:cs typeface="Arial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667684" y="1797438"/>
            <a:ext cx="15511144" cy="4673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053195" algn="l"/>
              </a:tabLst>
            </a:pPr>
            <a:r>
              <a:rPr dirty="0" sz="2900" spc="-140" b="1">
                <a:solidFill>
                  <a:srgbClr val="FFFFFF"/>
                </a:solidFill>
                <a:latin typeface="Arial"/>
                <a:cs typeface="Arial"/>
              </a:rPr>
              <a:t>DESAFÍOS</a:t>
            </a:r>
            <a:r>
              <a:rPr dirty="0" sz="29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00" spc="-80" b="1">
                <a:solidFill>
                  <a:srgbClr val="FFFFFF"/>
                </a:solidFill>
                <a:latin typeface="Arial"/>
                <a:cs typeface="Arial"/>
              </a:rPr>
              <a:t>TÉCNICOS</a:t>
            </a:r>
            <a:r>
              <a:rPr dirty="0" sz="29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00" spc="-150" b="1">
                <a:solidFill>
                  <a:srgbClr val="FFFFFF"/>
                </a:solidFill>
                <a:latin typeface="Arial"/>
                <a:cs typeface="Arial"/>
              </a:rPr>
              <a:t>CLAVE</a:t>
            </a:r>
            <a:r>
              <a:rPr dirty="0" sz="29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00" spc="-175" b="1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dirty="0" sz="290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00" spc="-20" b="1">
                <a:solidFill>
                  <a:srgbClr val="FFFFFF"/>
                </a:solidFill>
                <a:latin typeface="Arial"/>
                <a:cs typeface="Arial"/>
              </a:rPr>
              <a:t>SAAS</a:t>
            </a:r>
            <a:r>
              <a:rPr dirty="0" sz="2900" b="1">
                <a:solidFill>
                  <a:srgbClr val="FFFFFF"/>
                </a:solidFill>
                <a:latin typeface="Arial"/>
                <a:cs typeface="Arial"/>
              </a:rPr>
              <a:t>	</a:t>
            </a:r>
            <a:r>
              <a:rPr dirty="0" sz="2900" spc="-160" b="1">
                <a:solidFill>
                  <a:srgbClr val="FFFFFF"/>
                </a:solidFill>
                <a:latin typeface="Arial"/>
                <a:cs typeface="Arial"/>
              </a:rPr>
              <a:t>RIESGOS</a:t>
            </a:r>
            <a:r>
              <a:rPr dirty="0" sz="29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00" spc="-145" b="1">
                <a:solidFill>
                  <a:srgbClr val="FFFFFF"/>
                </a:solidFill>
                <a:latin typeface="Arial"/>
                <a:cs typeface="Arial"/>
              </a:rPr>
              <a:t>OPERACIONALES</a:t>
            </a:r>
            <a:r>
              <a:rPr dirty="0" sz="2900" spc="-3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00" spc="-25" b="1">
                <a:solidFill>
                  <a:srgbClr val="FFFFFF"/>
                </a:solidFill>
                <a:latin typeface="Arial"/>
                <a:cs typeface="Arial"/>
              </a:rPr>
              <a:t>CRÍTICOS</a:t>
            </a:r>
            <a:endParaRPr sz="2900">
              <a:latin typeface="Arial"/>
              <a:cs typeface="Arial"/>
            </a:endParaRPr>
          </a:p>
        </p:txBody>
      </p:sp>
      <p:sp>
        <p:nvSpPr>
          <p:cNvPr id="17" name="object 17" descr=""/>
          <p:cNvSpPr txBox="1"/>
          <p:nvPr/>
        </p:nvSpPr>
        <p:spPr>
          <a:xfrm>
            <a:off x="10852498" y="2895575"/>
            <a:ext cx="6214110" cy="1539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5"/>
              </a:spcBef>
            </a:pPr>
            <a:r>
              <a:rPr dirty="0" sz="2850" spc="-140" b="1">
                <a:solidFill>
                  <a:srgbClr val="FFFFFF"/>
                </a:solidFill>
                <a:latin typeface="Arial"/>
                <a:cs typeface="Arial"/>
              </a:rPr>
              <a:t>USUARIOS</a:t>
            </a:r>
            <a:r>
              <a:rPr dirty="0" sz="285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30" b="1">
                <a:solidFill>
                  <a:srgbClr val="FFFFFF"/>
                </a:solidFill>
                <a:latin typeface="Arial"/>
                <a:cs typeface="Arial"/>
              </a:rPr>
              <a:t>FINALES</a:t>
            </a:r>
            <a:r>
              <a:rPr dirty="0" sz="285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b="1">
                <a:solidFill>
                  <a:srgbClr val="FFFFFF"/>
                </a:solidFill>
                <a:latin typeface="Arial"/>
                <a:cs typeface="Arial"/>
              </a:rPr>
              <a:t>CON</a:t>
            </a:r>
            <a:r>
              <a:rPr dirty="0" sz="2850" spc="-5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35" b="1">
                <a:solidFill>
                  <a:srgbClr val="FFFFFF"/>
                </a:solidFill>
                <a:latin typeface="Arial"/>
                <a:cs typeface="Arial"/>
              </a:rPr>
              <a:t>DISTINTOS </a:t>
            </a:r>
            <a:r>
              <a:rPr dirty="0" sz="2850" spc="-125" b="1">
                <a:solidFill>
                  <a:srgbClr val="FFFFFF"/>
                </a:solidFill>
                <a:latin typeface="Arial"/>
                <a:cs typeface="Arial"/>
              </a:rPr>
              <a:t>NIVELES</a:t>
            </a:r>
            <a:r>
              <a:rPr dirty="0" sz="285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4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85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FFFFFF"/>
                </a:solidFill>
                <a:latin typeface="Arial"/>
                <a:cs typeface="Arial"/>
              </a:rPr>
              <a:t>CONOCIMIENTO</a:t>
            </a:r>
            <a:r>
              <a:rPr dirty="0" sz="285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FFFFFF"/>
                </a:solidFill>
                <a:latin typeface="Arial"/>
                <a:cs typeface="Arial"/>
              </a:rPr>
              <a:t>(ALTA </a:t>
            </a:r>
            <a:r>
              <a:rPr dirty="0" sz="2850" spc="-114" b="1">
                <a:solidFill>
                  <a:srgbClr val="FFFFFF"/>
                </a:solidFill>
                <a:latin typeface="Arial"/>
                <a:cs typeface="Arial"/>
              </a:rPr>
              <a:t>NECESIDAD</a:t>
            </a:r>
            <a:r>
              <a:rPr dirty="0" sz="285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4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85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50" b="1">
                <a:solidFill>
                  <a:srgbClr val="FFFFFF"/>
                </a:solidFill>
                <a:latin typeface="Arial"/>
                <a:cs typeface="Arial"/>
              </a:rPr>
              <a:t>UX</a:t>
            </a:r>
            <a:r>
              <a:rPr dirty="0" sz="285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FFFFFF"/>
                </a:solidFill>
                <a:latin typeface="Arial"/>
                <a:cs typeface="Arial"/>
              </a:rPr>
              <a:t>GUIADA).</a:t>
            </a:r>
            <a:endParaRPr sz="2850">
              <a:latin typeface="Arial"/>
              <a:cs typeface="Arial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10852498" y="4914876"/>
            <a:ext cx="5758815" cy="15398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5"/>
              </a:spcBef>
            </a:pPr>
            <a:r>
              <a:rPr dirty="0" sz="2850" spc="-145" b="1">
                <a:solidFill>
                  <a:srgbClr val="FFFFFF"/>
                </a:solidFill>
                <a:latin typeface="Arial"/>
                <a:cs typeface="Arial"/>
              </a:rPr>
              <a:t>OBSERVABILIDAD</a:t>
            </a:r>
            <a:r>
              <a:rPr dirty="0" sz="285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20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850" spc="-8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20" b="1">
                <a:solidFill>
                  <a:srgbClr val="FFFFFF"/>
                </a:solidFill>
                <a:latin typeface="Arial"/>
                <a:cs typeface="Arial"/>
              </a:rPr>
              <a:t>ALTA </a:t>
            </a:r>
            <a:r>
              <a:rPr dirty="0" sz="2850" spc="-85" b="1">
                <a:solidFill>
                  <a:srgbClr val="FFFFFF"/>
                </a:solidFill>
                <a:latin typeface="Arial"/>
                <a:cs typeface="Arial"/>
              </a:rPr>
              <a:t>DISPONIBILIDAD</a:t>
            </a:r>
            <a:r>
              <a:rPr dirty="0" sz="2850" spc="-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20" b="1">
                <a:solidFill>
                  <a:srgbClr val="FFFFFF"/>
                </a:solidFill>
                <a:latin typeface="Arial"/>
                <a:cs typeface="Arial"/>
              </a:rPr>
              <a:t>NECESARIAS (MONITORING,</a:t>
            </a:r>
            <a:r>
              <a:rPr dirty="0" sz="28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80" b="1">
                <a:solidFill>
                  <a:srgbClr val="FFFFFF"/>
                </a:solidFill>
                <a:latin typeface="Arial"/>
                <a:cs typeface="Arial"/>
              </a:rPr>
              <a:t>LOGIN,</a:t>
            </a:r>
            <a:r>
              <a:rPr dirty="0" sz="285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00" b="1">
                <a:solidFill>
                  <a:srgbClr val="FFFFFF"/>
                </a:solidFill>
                <a:latin typeface="Arial"/>
                <a:cs typeface="Arial"/>
              </a:rPr>
              <a:t>ALERTAS).</a:t>
            </a:r>
            <a:endParaRPr sz="2850">
              <a:latin typeface="Arial"/>
              <a:cs typeface="Arial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0852498" y="6934175"/>
            <a:ext cx="5356225" cy="20447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16199"/>
              </a:lnSpc>
              <a:spcBef>
                <a:spcPts val="95"/>
              </a:spcBef>
            </a:pPr>
            <a:r>
              <a:rPr dirty="0" sz="2850" spc="-95" b="1">
                <a:solidFill>
                  <a:srgbClr val="FFFFFF"/>
                </a:solidFill>
                <a:latin typeface="Arial"/>
                <a:cs typeface="Arial"/>
              </a:rPr>
              <a:t>DEPENDENCIA</a:t>
            </a:r>
            <a:r>
              <a:rPr dirty="0" sz="28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4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8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FFFFFF"/>
                </a:solidFill>
                <a:latin typeface="Arial"/>
                <a:cs typeface="Arial"/>
              </a:rPr>
              <a:t>SERVICIOS </a:t>
            </a:r>
            <a:r>
              <a:rPr dirty="0" sz="2850" spc="-135" b="1">
                <a:solidFill>
                  <a:srgbClr val="FFFFFF"/>
                </a:solidFill>
                <a:latin typeface="Arial"/>
                <a:cs typeface="Arial"/>
              </a:rPr>
              <a:t>EXTERNOS</a:t>
            </a:r>
            <a:r>
              <a:rPr dirty="0" sz="285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1350" spc="1525" b="1">
                <a:solidFill>
                  <a:srgbClr val="FFFFFF"/>
                </a:solidFill>
                <a:latin typeface="Arial"/>
                <a:cs typeface="Arial"/>
              </a:rPr>
              <a:t>→</a:t>
            </a:r>
            <a:r>
              <a:rPr dirty="0" sz="1350" spc="32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229" b="1">
                <a:solidFill>
                  <a:srgbClr val="FFFFFF"/>
                </a:solidFill>
                <a:latin typeface="Arial"/>
                <a:cs typeface="Arial"/>
              </a:rPr>
              <a:t>SE</a:t>
            </a:r>
            <a:r>
              <a:rPr dirty="0" sz="285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FFFFFF"/>
                </a:solidFill>
                <a:latin typeface="Arial"/>
                <a:cs typeface="Arial"/>
              </a:rPr>
              <a:t>NECESITAN </a:t>
            </a:r>
            <a:r>
              <a:rPr dirty="0" sz="2850" spc="-165" b="1">
                <a:solidFill>
                  <a:srgbClr val="FFFFFF"/>
                </a:solidFill>
                <a:latin typeface="Arial"/>
                <a:cs typeface="Arial"/>
              </a:rPr>
              <a:t>ESTRATEGIAS</a:t>
            </a:r>
            <a:r>
              <a:rPr dirty="0" sz="2850" spc="-5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4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850" spc="-4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85" b="1">
                <a:solidFill>
                  <a:srgbClr val="FFFFFF"/>
                </a:solidFill>
                <a:latin typeface="Arial"/>
                <a:cs typeface="Arial"/>
              </a:rPr>
              <a:t>FALLBACK</a:t>
            </a:r>
            <a:r>
              <a:rPr dirty="0" sz="2850" spc="-4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50" b="1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dirty="0" sz="2850" spc="-95" b="1">
                <a:solidFill>
                  <a:srgbClr val="FFFFFF"/>
                </a:solidFill>
                <a:latin typeface="Arial"/>
                <a:cs typeface="Arial"/>
              </a:rPr>
              <a:t>DEGRADACIÓN</a:t>
            </a:r>
            <a:r>
              <a:rPr dirty="0" sz="2850" spc="-1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45" b="1">
                <a:solidFill>
                  <a:srgbClr val="FFFFFF"/>
                </a:solidFill>
                <a:latin typeface="Arial"/>
                <a:cs typeface="Arial"/>
              </a:rPr>
              <a:t>CONTROLADA.</a:t>
            </a:r>
            <a:endParaRPr sz="28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44306" y="0"/>
              <a:ext cx="4314824" cy="14001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37278" y="3164777"/>
              <a:ext cx="5772149" cy="4533899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66324" rIns="0" bIns="0" rtlCol="0" vert="horz">
            <a:spAutoFit/>
          </a:bodyPr>
          <a:lstStyle/>
          <a:p>
            <a:pPr marL="2946400">
              <a:lnSpc>
                <a:spcPct val="100000"/>
              </a:lnSpc>
              <a:spcBef>
                <a:spcPts val="100"/>
              </a:spcBef>
            </a:pPr>
            <a:r>
              <a:rPr dirty="0" spc="-215"/>
              <a:t>APRENDIZAJE</a:t>
            </a:r>
            <a:r>
              <a:rPr dirty="0" spc="-145"/>
              <a:t> </a:t>
            </a:r>
            <a:r>
              <a:rPr dirty="0" spc="-254"/>
              <a:t>DEL</a:t>
            </a:r>
            <a:r>
              <a:rPr dirty="0" spc="-140"/>
              <a:t> </a:t>
            </a:r>
            <a:r>
              <a:rPr dirty="0" spc="-220"/>
              <a:t>RESULTADO</a:t>
            </a:r>
            <a:r>
              <a:rPr dirty="0" spc="-145"/>
              <a:t> </a:t>
            </a:r>
            <a:r>
              <a:rPr dirty="0" spc="-229"/>
              <a:t>EN</a:t>
            </a:r>
            <a:r>
              <a:rPr dirty="0" spc="-140"/>
              <a:t> </a:t>
            </a:r>
            <a:r>
              <a:rPr dirty="0" spc="-55"/>
              <a:t>EQUIPO</a:t>
            </a:r>
          </a:p>
        </p:txBody>
      </p:sp>
      <p:grpSp>
        <p:nvGrpSpPr>
          <p:cNvPr id="7" name="object 7" descr=""/>
          <p:cNvGrpSpPr/>
          <p:nvPr/>
        </p:nvGrpSpPr>
        <p:grpSpPr>
          <a:xfrm>
            <a:off x="1763827" y="2900109"/>
            <a:ext cx="123825" cy="5362575"/>
            <a:chOff x="1763827" y="2900109"/>
            <a:chExt cx="123825" cy="5362575"/>
          </a:xfrm>
        </p:grpSpPr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3827" y="2900109"/>
              <a:ext cx="123825" cy="123824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3827" y="4471734"/>
              <a:ext cx="123825" cy="123824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3827" y="6043359"/>
              <a:ext cx="123825" cy="123824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63827" y="8138859"/>
              <a:ext cx="123825" cy="123824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16500"/>
              </a:lnSpc>
              <a:spcBef>
                <a:spcPts val="95"/>
              </a:spcBef>
            </a:pPr>
            <a:r>
              <a:rPr dirty="0" spc="-110"/>
              <a:t>INTEGRAR</a:t>
            </a:r>
            <a:r>
              <a:rPr dirty="0" spc="-50"/>
              <a:t> </a:t>
            </a:r>
            <a:r>
              <a:rPr dirty="0"/>
              <a:t>QA</a:t>
            </a:r>
            <a:r>
              <a:rPr dirty="0" spc="-35"/>
              <a:t> </a:t>
            </a:r>
            <a:r>
              <a:rPr dirty="0" spc="-135"/>
              <a:t>DESDE</a:t>
            </a:r>
            <a:r>
              <a:rPr dirty="0" spc="-35"/>
              <a:t> </a:t>
            </a:r>
            <a:r>
              <a:rPr dirty="0" spc="-185"/>
              <a:t>EL</a:t>
            </a:r>
            <a:r>
              <a:rPr dirty="0" spc="-25"/>
              <a:t> </a:t>
            </a:r>
            <a:r>
              <a:rPr dirty="0"/>
              <a:t>INICIO</a:t>
            </a:r>
            <a:r>
              <a:rPr dirty="0" spc="-35"/>
              <a:t> </a:t>
            </a:r>
            <a:r>
              <a:rPr dirty="0" spc="-55"/>
              <a:t>MEJORA</a:t>
            </a:r>
            <a:r>
              <a:rPr dirty="0" spc="-35"/>
              <a:t> </a:t>
            </a:r>
            <a:r>
              <a:rPr dirty="0" spc="-25"/>
              <a:t>LA </a:t>
            </a:r>
            <a:r>
              <a:rPr dirty="0" spc="-70"/>
              <a:t>CALIDAD</a:t>
            </a:r>
            <a:r>
              <a:rPr dirty="0" spc="-80"/>
              <a:t> </a:t>
            </a:r>
            <a:r>
              <a:rPr dirty="0" spc="-125"/>
              <a:t>Y</a:t>
            </a:r>
            <a:r>
              <a:rPr dirty="0" spc="-70"/>
              <a:t> </a:t>
            </a:r>
            <a:r>
              <a:rPr dirty="0" spc="-155"/>
              <a:t>REDUCE</a:t>
            </a:r>
            <a:r>
              <a:rPr dirty="0" spc="-75"/>
              <a:t> </a:t>
            </a:r>
            <a:r>
              <a:rPr dirty="0" spc="-195"/>
              <a:t>TAREAS</a:t>
            </a:r>
            <a:r>
              <a:rPr dirty="0" spc="-80"/>
              <a:t> </a:t>
            </a:r>
            <a:r>
              <a:rPr dirty="0" spc="-45"/>
              <a:t>REPETITIVAS.</a:t>
            </a:r>
          </a:p>
          <a:p>
            <a:pPr>
              <a:lnSpc>
                <a:spcPct val="100000"/>
              </a:lnSpc>
              <a:spcBef>
                <a:spcPts val="730"/>
              </a:spcBef>
            </a:pPr>
          </a:p>
          <a:p>
            <a:pPr algn="just" marL="12700" marR="5080">
              <a:lnSpc>
                <a:spcPct val="116500"/>
              </a:lnSpc>
            </a:pPr>
            <a:r>
              <a:rPr dirty="0"/>
              <a:t>DOCUMENTAR</a:t>
            </a:r>
            <a:r>
              <a:rPr dirty="0" spc="65"/>
              <a:t> </a:t>
            </a:r>
            <a:r>
              <a:rPr dirty="0"/>
              <a:t>MIENTRAS</a:t>
            </a:r>
            <a:r>
              <a:rPr dirty="0" spc="70"/>
              <a:t> </a:t>
            </a:r>
            <a:r>
              <a:rPr dirty="0"/>
              <a:t>SE</a:t>
            </a:r>
            <a:r>
              <a:rPr dirty="0" spc="65"/>
              <a:t> </a:t>
            </a:r>
            <a:r>
              <a:rPr dirty="0" spc="-80"/>
              <a:t>CONSTRUYE, MEJORA</a:t>
            </a:r>
            <a:r>
              <a:rPr dirty="0" spc="-130"/>
              <a:t> </a:t>
            </a:r>
            <a:r>
              <a:rPr dirty="0"/>
              <a:t>CONOCIMIENTO</a:t>
            </a:r>
            <a:r>
              <a:rPr dirty="0" spc="-155"/>
              <a:t> </a:t>
            </a:r>
            <a:r>
              <a:rPr dirty="0" spc="-10"/>
              <a:t>COMPARTIDO.</a:t>
            </a:r>
          </a:p>
          <a:p>
            <a:pPr>
              <a:lnSpc>
                <a:spcPct val="100000"/>
              </a:lnSpc>
              <a:spcBef>
                <a:spcPts val="735"/>
              </a:spcBef>
            </a:pPr>
          </a:p>
          <a:p>
            <a:pPr algn="just" marL="12700" marR="5080">
              <a:lnSpc>
                <a:spcPct val="116500"/>
              </a:lnSpc>
            </a:pPr>
            <a:r>
              <a:rPr dirty="0"/>
              <a:t>LA</a:t>
            </a:r>
            <a:r>
              <a:rPr dirty="0" spc="615"/>
              <a:t>  </a:t>
            </a:r>
            <a:r>
              <a:rPr dirty="0"/>
              <a:t>COLABORACIÓN</a:t>
            </a:r>
            <a:r>
              <a:rPr dirty="0" spc="615"/>
              <a:t>  </a:t>
            </a:r>
            <a:r>
              <a:rPr dirty="0"/>
              <a:t>CONTINUA</a:t>
            </a:r>
            <a:r>
              <a:rPr dirty="0" spc="615"/>
              <a:t>  </a:t>
            </a:r>
            <a:r>
              <a:rPr dirty="0" spc="-135"/>
              <a:t>ENTRE </a:t>
            </a:r>
            <a:r>
              <a:rPr dirty="0"/>
              <a:t>ROLES</a:t>
            </a:r>
            <a:r>
              <a:rPr dirty="0" spc="135"/>
              <a:t>  </a:t>
            </a:r>
            <a:r>
              <a:rPr dirty="0"/>
              <a:t>EVITA</a:t>
            </a:r>
            <a:r>
              <a:rPr dirty="0" spc="140"/>
              <a:t>  </a:t>
            </a:r>
            <a:r>
              <a:rPr dirty="0"/>
              <a:t>DECISIONES</a:t>
            </a:r>
            <a:r>
              <a:rPr dirty="0" spc="135"/>
              <a:t>  </a:t>
            </a:r>
            <a:r>
              <a:rPr dirty="0"/>
              <a:t>AISLADAS</a:t>
            </a:r>
            <a:r>
              <a:rPr dirty="0" spc="135"/>
              <a:t>  </a:t>
            </a:r>
            <a:r>
              <a:rPr dirty="0" spc="-50"/>
              <a:t>Y </a:t>
            </a:r>
            <a:r>
              <a:rPr dirty="0" spc="-254"/>
              <a:t>FALTA</a:t>
            </a:r>
            <a:r>
              <a:rPr dirty="0" spc="-114"/>
              <a:t> </a:t>
            </a:r>
            <a:r>
              <a:rPr dirty="0" spc="-150"/>
              <a:t>DE</a:t>
            </a:r>
            <a:r>
              <a:rPr dirty="0" spc="-114"/>
              <a:t> </a:t>
            </a:r>
            <a:r>
              <a:rPr dirty="0" spc="-45"/>
              <a:t>CONTROL</a:t>
            </a:r>
            <a:r>
              <a:rPr dirty="0" spc="-110"/>
              <a:t> </a:t>
            </a:r>
            <a:r>
              <a:rPr dirty="0" spc="-150"/>
              <a:t>DE</a:t>
            </a:r>
            <a:r>
              <a:rPr dirty="0" spc="-114"/>
              <a:t> </a:t>
            </a:r>
            <a:r>
              <a:rPr dirty="0" spc="-10"/>
              <a:t>CALIDAD.</a:t>
            </a:r>
          </a:p>
          <a:p>
            <a:pPr>
              <a:lnSpc>
                <a:spcPct val="100000"/>
              </a:lnSpc>
              <a:spcBef>
                <a:spcPts val="735"/>
              </a:spcBef>
            </a:pPr>
          </a:p>
          <a:p>
            <a:pPr algn="just" marL="12700" marR="5080">
              <a:lnSpc>
                <a:spcPct val="116500"/>
              </a:lnSpc>
            </a:pPr>
            <a:r>
              <a:rPr dirty="0"/>
              <a:t>INTEGRACIÓN</a:t>
            </a:r>
            <a:r>
              <a:rPr dirty="0" spc="195"/>
              <a:t>  </a:t>
            </a:r>
            <a:r>
              <a:rPr dirty="0"/>
              <a:t>DE</a:t>
            </a:r>
            <a:r>
              <a:rPr dirty="0" spc="195"/>
              <a:t>  </a:t>
            </a:r>
            <a:r>
              <a:rPr dirty="0"/>
              <a:t>MARCO</a:t>
            </a:r>
            <a:r>
              <a:rPr dirty="0" spc="190"/>
              <a:t>  </a:t>
            </a:r>
            <a:r>
              <a:rPr dirty="0"/>
              <a:t>DE</a:t>
            </a:r>
            <a:r>
              <a:rPr dirty="0" spc="195"/>
              <a:t>  </a:t>
            </a:r>
            <a:r>
              <a:rPr dirty="0" spc="-75"/>
              <a:t>TRABAJO </a:t>
            </a:r>
            <a:r>
              <a:rPr dirty="0" spc="-114"/>
              <a:t>DEVSECOPS</a:t>
            </a:r>
            <a:r>
              <a:rPr dirty="0" spc="-65"/>
              <a:t> </a:t>
            </a:r>
            <a:r>
              <a:rPr dirty="0" spc="-195"/>
              <a:t>PARA</a:t>
            </a:r>
            <a:r>
              <a:rPr dirty="0" spc="-70"/>
              <a:t> </a:t>
            </a:r>
            <a:r>
              <a:rPr dirty="0" spc="-135"/>
              <a:t>FUTUROS</a:t>
            </a:r>
            <a:r>
              <a:rPr dirty="0" spc="-70"/>
              <a:t> </a:t>
            </a:r>
            <a:r>
              <a:rPr dirty="0" spc="-10"/>
              <a:t>PROYECTOS.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944306" y="0"/>
              <a:ext cx="4314824" cy="1400174"/>
            </a:xfrm>
            <a:prstGeom prst="rect">
              <a:avLst/>
            </a:prstGeom>
          </p:spPr>
        </p:pic>
        <p:pic>
          <p:nvPicPr>
            <p:cNvPr id="5" name="object 5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915756" y="4088063"/>
              <a:ext cx="5572124" cy="452437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6799731" y="606425"/>
            <a:ext cx="4688840" cy="75692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800" spc="-165"/>
              <a:t>PROYECCIONES</a:t>
            </a:r>
            <a:endParaRPr sz="4800"/>
          </a:p>
        </p:txBody>
      </p:sp>
      <p:grpSp>
        <p:nvGrpSpPr>
          <p:cNvPr id="7" name="object 7" descr=""/>
          <p:cNvGrpSpPr/>
          <p:nvPr/>
        </p:nvGrpSpPr>
        <p:grpSpPr>
          <a:xfrm>
            <a:off x="1053987" y="4249061"/>
            <a:ext cx="123189" cy="3915410"/>
            <a:chOff x="1053987" y="4249061"/>
            <a:chExt cx="123189" cy="3915410"/>
          </a:xfrm>
        </p:grpSpPr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3987" y="4249061"/>
              <a:ext cx="122635" cy="122635"/>
            </a:xfrm>
            <a:prstGeom prst="rect">
              <a:avLst/>
            </a:prstGeom>
          </p:spPr>
        </p:pic>
        <p:pic>
          <p:nvPicPr>
            <p:cNvPr id="9" name="object 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3987" y="5513148"/>
              <a:ext cx="122635" cy="122635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3987" y="6777235"/>
              <a:ext cx="122635" cy="122635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53987" y="8041322"/>
              <a:ext cx="122635" cy="122635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1338737" y="1684203"/>
            <a:ext cx="15492730" cy="72561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30175" marR="5080">
              <a:lnSpc>
                <a:spcPct val="142500"/>
              </a:lnSpc>
              <a:spcBef>
                <a:spcPts val="95"/>
              </a:spcBef>
            </a:pPr>
            <a:r>
              <a:rPr dirty="0" sz="2850" b="1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dirty="0" sz="28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20" b="1">
                <a:solidFill>
                  <a:srgbClr val="FFFFFF"/>
                </a:solidFill>
                <a:latin typeface="Arial"/>
                <a:cs typeface="Arial"/>
              </a:rPr>
              <a:t>FUTURO</a:t>
            </a:r>
            <a:r>
              <a:rPr dirty="0" sz="28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35" b="1">
                <a:solidFill>
                  <a:srgbClr val="FFFFFF"/>
                </a:solidFill>
                <a:latin typeface="Arial"/>
                <a:cs typeface="Arial"/>
              </a:rPr>
              <a:t>NUESTRO</a:t>
            </a:r>
            <a:r>
              <a:rPr dirty="0" sz="28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00" b="1">
                <a:solidFill>
                  <a:srgbClr val="FFFFFF"/>
                </a:solidFill>
                <a:latin typeface="Arial"/>
                <a:cs typeface="Arial"/>
              </a:rPr>
              <a:t>SISTEMA</a:t>
            </a:r>
            <a:r>
              <a:rPr dirty="0" sz="28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25" b="1">
                <a:solidFill>
                  <a:srgbClr val="FFFFFF"/>
                </a:solidFill>
                <a:latin typeface="Arial"/>
                <a:cs typeface="Arial"/>
              </a:rPr>
              <a:t>TIENE</a:t>
            </a:r>
            <a:r>
              <a:rPr dirty="0" sz="28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30" b="1">
                <a:solidFill>
                  <a:srgbClr val="FFFFFF"/>
                </a:solidFill>
                <a:latin typeface="Arial"/>
                <a:cs typeface="Arial"/>
              </a:rPr>
              <a:t>UN</a:t>
            </a:r>
            <a:r>
              <a:rPr dirty="0" sz="28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20" b="1">
                <a:solidFill>
                  <a:srgbClr val="FFFFFF"/>
                </a:solidFill>
                <a:latin typeface="Arial"/>
                <a:cs typeface="Arial"/>
              </a:rPr>
              <a:t>CONJUNTO</a:t>
            </a:r>
            <a:r>
              <a:rPr dirty="0" sz="28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45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8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14" b="1">
                <a:solidFill>
                  <a:srgbClr val="FFFFFF"/>
                </a:solidFill>
                <a:latin typeface="Arial"/>
                <a:cs typeface="Arial"/>
              </a:rPr>
              <a:t>PROYECCIONES</a:t>
            </a:r>
            <a:r>
              <a:rPr dirty="0" sz="28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10" b="1">
                <a:solidFill>
                  <a:srgbClr val="FFFFFF"/>
                </a:solidFill>
                <a:latin typeface="Arial"/>
                <a:cs typeface="Arial"/>
              </a:rPr>
              <a:t>QUE</a:t>
            </a:r>
            <a:r>
              <a:rPr dirty="0" sz="28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00" b="1">
                <a:solidFill>
                  <a:srgbClr val="FFFFFF"/>
                </a:solidFill>
                <a:latin typeface="Arial"/>
                <a:cs typeface="Arial"/>
              </a:rPr>
              <a:t>APUNTAN</a:t>
            </a:r>
            <a:r>
              <a:rPr dirty="0" sz="28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50" b="1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dirty="0" sz="2850" spc="-100" b="1">
                <a:solidFill>
                  <a:srgbClr val="FFFFFF"/>
                </a:solidFill>
                <a:latin typeface="Arial"/>
                <a:cs typeface="Arial"/>
              </a:rPr>
              <a:t>CONSOLIDARLO</a:t>
            </a:r>
            <a:r>
              <a:rPr dirty="0" sz="285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70" b="1">
                <a:solidFill>
                  <a:srgbClr val="FFFFFF"/>
                </a:solidFill>
                <a:latin typeface="Arial"/>
                <a:cs typeface="Arial"/>
              </a:rPr>
              <a:t>COMO</a:t>
            </a:r>
            <a:r>
              <a:rPr dirty="0" sz="28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45" b="1">
                <a:solidFill>
                  <a:srgbClr val="FFFFFF"/>
                </a:solidFill>
                <a:latin typeface="Arial"/>
                <a:cs typeface="Arial"/>
              </a:rPr>
              <a:t>UNA</a:t>
            </a:r>
            <a:r>
              <a:rPr dirty="0" sz="28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25" b="1">
                <a:solidFill>
                  <a:srgbClr val="FFFFFF"/>
                </a:solidFill>
                <a:latin typeface="Arial"/>
                <a:cs typeface="Arial"/>
              </a:rPr>
              <a:t>PLATAFORMA</a:t>
            </a:r>
            <a:r>
              <a:rPr dirty="0" sz="28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0" b="1">
                <a:solidFill>
                  <a:srgbClr val="FFFFFF"/>
                </a:solidFill>
                <a:latin typeface="Arial"/>
                <a:cs typeface="Arial"/>
              </a:rPr>
              <a:t>MAS</a:t>
            </a:r>
            <a:r>
              <a:rPr dirty="0" sz="28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95" b="1">
                <a:solidFill>
                  <a:srgbClr val="FFFFFF"/>
                </a:solidFill>
                <a:latin typeface="Arial"/>
                <a:cs typeface="Arial"/>
              </a:rPr>
              <a:t>COMPLETA,</a:t>
            </a:r>
            <a:r>
              <a:rPr dirty="0" sz="28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155" b="1">
                <a:solidFill>
                  <a:srgbClr val="FFFFFF"/>
                </a:solidFill>
                <a:latin typeface="Arial"/>
                <a:cs typeface="Arial"/>
              </a:rPr>
              <a:t>ESCALABLE</a:t>
            </a:r>
            <a:r>
              <a:rPr dirty="0" sz="28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50" spc="-60" b="1">
                <a:solidFill>
                  <a:srgbClr val="FFFFFF"/>
                </a:solidFill>
                <a:latin typeface="Arial"/>
                <a:cs typeface="Arial"/>
              </a:rPr>
              <a:t>Y </a:t>
            </a:r>
            <a:r>
              <a:rPr dirty="0" sz="2850" spc="-10" b="1">
                <a:solidFill>
                  <a:srgbClr val="FFFFFF"/>
                </a:solidFill>
                <a:latin typeface="Arial"/>
                <a:cs typeface="Arial"/>
              </a:rPr>
              <a:t>AUTOMATIZADA</a:t>
            </a:r>
            <a:endParaRPr sz="2850">
              <a:latin typeface="Arial"/>
              <a:cs typeface="Arial"/>
            </a:endParaRPr>
          </a:p>
          <a:p>
            <a:pPr marL="12700" marR="6959600">
              <a:lnSpc>
                <a:spcPct val="140600"/>
              </a:lnSpc>
              <a:spcBef>
                <a:spcPts val="2500"/>
              </a:spcBef>
            </a:pPr>
            <a:r>
              <a:rPr dirty="0" sz="2950" spc="-85" b="1">
                <a:solidFill>
                  <a:srgbClr val="FFFFFF"/>
                </a:solidFill>
                <a:latin typeface="Arial"/>
                <a:cs typeface="Arial"/>
              </a:rPr>
              <a:t>INTEGRACIÓN</a:t>
            </a:r>
            <a:r>
              <a:rPr dirty="0" sz="295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17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95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150" b="1">
                <a:solidFill>
                  <a:srgbClr val="FFFFFF"/>
                </a:solidFill>
                <a:latin typeface="Arial"/>
                <a:cs typeface="Arial"/>
              </a:rPr>
              <a:t>NUEVAS</a:t>
            </a:r>
            <a:r>
              <a:rPr dirty="0" sz="295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210" b="1">
                <a:solidFill>
                  <a:srgbClr val="FFFFFF"/>
                </a:solidFill>
                <a:latin typeface="Arial"/>
                <a:cs typeface="Arial"/>
              </a:rPr>
              <a:t>PASARELAS</a:t>
            </a:r>
            <a:r>
              <a:rPr dirty="0" sz="295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17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950" spc="-9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55" b="1">
                <a:solidFill>
                  <a:srgbClr val="FFFFFF"/>
                </a:solidFill>
                <a:latin typeface="Arial"/>
                <a:cs typeface="Arial"/>
              </a:rPr>
              <a:t>PAGO </a:t>
            </a:r>
            <a:r>
              <a:rPr dirty="0" sz="2950" spc="-145" b="1">
                <a:solidFill>
                  <a:srgbClr val="FFFFFF"/>
                </a:solidFill>
                <a:latin typeface="Arial"/>
                <a:cs typeface="Arial"/>
              </a:rPr>
              <a:t>Y</a:t>
            </a:r>
            <a:r>
              <a:rPr dirty="0" sz="295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125" b="1">
                <a:solidFill>
                  <a:srgbClr val="FFFFFF"/>
                </a:solidFill>
                <a:latin typeface="Arial"/>
                <a:cs typeface="Arial"/>
              </a:rPr>
              <a:t>FACTURACIÓN</a:t>
            </a:r>
            <a:r>
              <a:rPr dirty="0" sz="2950" spc="-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FFFFFF"/>
                </a:solidFill>
                <a:latin typeface="Arial"/>
                <a:cs typeface="Arial"/>
              </a:rPr>
              <a:t>AUTOMÁTICA.</a:t>
            </a:r>
            <a:endParaRPr sz="2950">
              <a:latin typeface="Arial"/>
              <a:cs typeface="Arial"/>
            </a:endParaRPr>
          </a:p>
          <a:p>
            <a:pPr marL="12700" marR="6882130">
              <a:lnSpc>
                <a:spcPct val="140600"/>
              </a:lnSpc>
            </a:pPr>
            <a:r>
              <a:rPr dirty="0" sz="2950" spc="-120" b="1">
                <a:solidFill>
                  <a:srgbClr val="FFFFFF"/>
                </a:solidFill>
                <a:latin typeface="Arial"/>
                <a:cs typeface="Arial"/>
              </a:rPr>
              <a:t>CHATBOT</a:t>
            </a:r>
            <a:r>
              <a:rPr dirty="0" sz="29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45" b="1">
                <a:solidFill>
                  <a:srgbClr val="FFFFFF"/>
                </a:solidFill>
                <a:latin typeface="Arial"/>
                <a:cs typeface="Arial"/>
              </a:rPr>
              <a:t>MÁS</a:t>
            </a:r>
            <a:r>
              <a:rPr dirty="0" sz="29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125" b="1">
                <a:solidFill>
                  <a:srgbClr val="FFFFFF"/>
                </a:solidFill>
                <a:latin typeface="Arial"/>
                <a:cs typeface="Arial"/>
              </a:rPr>
              <a:t>INTELIGENTE,</a:t>
            </a:r>
            <a:r>
              <a:rPr dirty="0" sz="2950" spc="-9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140" b="1">
                <a:solidFill>
                  <a:srgbClr val="FFFFFF"/>
                </a:solidFill>
                <a:latin typeface="Arial"/>
                <a:cs typeface="Arial"/>
              </a:rPr>
              <a:t>CAPAZ</a:t>
            </a:r>
            <a:r>
              <a:rPr dirty="0" sz="29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25" b="1">
                <a:solidFill>
                  <a:srgbClr val="FFFFFF"/>
                </a:solidFill>
                <a:latin typeface="Arial"/>
                <a:cs typeface="Arial"/>
              </a:rPr>
              <a:t>DE </a:t>
            </a:r>
            <a:r>
              <a:rPr dirty="0" sz="2950" spc="-175" b="1">
                <a:solidFill>
                  <a:srgbClr val="FFFFFF"/>
                </a:solidFill>
                <a:latin typeface="Arial"/>
                <a:cs typeface="Arial"/>
              </a:rPr>
              <a:t>EJECUTAR</a:t>
            </a:r>
            <a:r>
              <a:rPr dirty="0" sz="295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80" b="1">
                <a:solidFill>
                  <a:srgbClr val="FFFFFF"/>
                </a:solidFill>
                <a:latin typeface="Arial"/>
                <a:cs typeface="Arial"/>
              </a:rPr>
              <a:t>ACCIONES</a:t>
            </a:r>
            <a:r>
              <a:rPr dirty="0" sz="2950" spc="-11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120" b="1">
                <a:solidFill>
                  <a:srgbClr val="FFFFFF"/>
                </a:solidFill>
                <a:latin typeface="Arial"/>
                <a:cs typeface="Arial"/>
              </a:rPr>
              <a:t>DENTRO</a:t>
            </a:r>
            <a:r>
              <a:rPr dirty="0" sz="2950" spc="-10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175" b="1">
                <a:solidFill>
                  <a:srgbClr val="FFFFFF"/>
                </a:solidFill>
                <a:latin typeface="Arial"/>
                <a:cs typeface="Arial"/>
              </a:rPr>
              <a:t>DEL</a:t>
            </a:r>
            <a:r>
              <a:rPr dirty="0" sz="2950" spc="-114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10" b="1">
                <a:solidFill>
                  <a:srgbClr val="FFFFFF"/>
                </a:solidFill>
                <a:latin typeface="Arial"/>
                <a:cs typeface="Arial"/>
              </a:rPr>
              <a:t>SISTEMA. </a:t>
            </a:r>
            <a:r>
              <a:rPr dirty="0" sz="2950" spc="-105" b="1">
                <a:solidFill>
                  <a:srgbClr val="FFFFFF"/>
                </a:solidFill>
                <a:latin typeface="Arial"/>
                <a:cs typeface="Arial"/>
              </a:rPr>
              <a:t>NUEVOS</a:t>
            </a:r>
            <a:r>
              <a:rPr dirty="0" sz="295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120" b="1">
                <a:solidFill>
                  <a:srgbClr val="FFFFFF"/>
                </a:solidFill>
                <a:latin typeface="Arial"/>
                <a:cs typeface="Arial"/>
              </a:rPr>
              <a:t>MÓDULOS:</a:t>
            </a:r>
            <a:r>
              <a:rPr dirty="0" sz="2950" spc="-7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120" b="1">
                <a:solidFill>
                  <a:srgbClr val="FFFFFF"/>
                </a:solidFill>
                <a:latin typeface="Arial"/>
                <a:cs typeface="Arial"/>
              </a:rPr>
              <a:t>FACTURACIÓN,</a:t>
            </a:r>
            <a:r>
              <a:rPr dirty="0" sz="2950" spc="-8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45" b="1">
                <a:solidFill>
                  <a:srgbClr val="FFFFFF"/>
                </a:solidFill>
                <a:latin typeface="Arial"/>
                <a:cs typeface="Arial"/>
              </a:rPr>
              <a:t>ANALÍTICAS </a:t>
            </a:r>
            <a:r>
              <a:rPr dirty="0" sz="2950" spc="-40" b="1">
                <a:solidFill>
                  <a:srgbClr val="FFFFFF"/>
                </a:solidFill>
                <a:latin typeface="Arial"/>
                <a:cs typeface="Arial"/>
              </a:rPr>
              <a:t>AVANZADAS.</a:t>
            </a:r>
            <a:endParaRPr sz="2950">
              <a:latin typeface="Arial"/>
              <a:cs typeface="Arial"/>
            </a:endParaRPr>
          </a:p>
          <a:p>
            <a:pPr marL="12700" marR="8716010">
              <a:lnSpc>
                <a:spcPct val="140600"/>
              </a:lnSpc>
            </a:pPr>
            <a:r>
              <a:rPr dirty="0" sz="2950" spc="-155" b="1">
                <a:solidFill>
                  <a:srgbClr val="FFFFFF"/>
                </a:solidFill>
                <a:latin typeface="Arial"/>
                <a:cs typeface="Arial"/>
              </a:rPr>
              <a:t>MAYOR</a:t>
            </a:r>
            <a:r>
              <a:rPr dirty="0" sz="29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75" b="1">
                <a:solidFill>
                  <a:srgbClr val="FFFFFF"/>
                </a:solidFill>
                <a:latin typeface="Arial"/>
                <a:cs typeface="Arial"/>
              </a:rPr>
              <a:t>AUTOMATIZACIÓN</a:t>
            </a:r>
            <a:r>
              <a:rPr dirty="0" sz="29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170" b="1">
                <a:solidFill>
                  <a:srgbClr val="FFFFFF"/>
                </a:solidFill>
                <a:latin typeface="Arial"/>
                <a:cs typeface="Arial"/>
              </a:rPr>
              <a:t>DE</a:t>
            </a:r>
            <a:r>
              <a:rPr dirty="0" sz="2950" spc="-10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950" spc="-155" b="1">
                <a:solidFill>
                  <a:srgbClr val="FFFFFF"/>
                </a:solidFill>
                <a:latin typeface="Arial"/>
                <a:cs typeface="Arial"/>
              </a:rPr>
              <a:t>TAREAS </a:t>
            </a:r>
            <a:r>
              <a:rPr dirty="0" sz="2950" spc="-45" b="1">
                <a:solidFill>
                  <a:srgbClr val="FFFFFF"/>
                </a:solidFill>
                <a:latin typeface="Arial"/>
                <a:cs typeface="Arial"/>
              </a:rPr>
              <a:t>ADMINISTRATIVAS.</a:t>
            </a:r>
            <a:endParaRPr sz="2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8288000" cy="10287000"/>
            <a:chOff x="0" y="0"/>
            <a:chExt cx="18288000" cy="10287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7999" cy="10286999"/>
            </a:xfrm>
            <a:prstGeom prst="rect">
              <a:avLst/>
            </a:prstGeom>
          </p:spPr>
        </p:pic>
        <p:pic>
          <p:nvPicPr>
            <p:cNvPr id="4" name="object 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9348" y="3233042"/>
              <a:ext cx="8791574" cy="4838026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51410" y="2206639"/>
            <a:ext cx="6350635" cy="699770"/>
          </a:xfrm>
          <a:prstGeom prst="rect"/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pc="100" b="0">
                <a:latin typeface="Tahoma"/>
                <a:cs typeface="Tahoma"/>
              </a:rPr>
              <a:t>¿PREGUNTAS?</a:t>
            </a:r>
            <a:r>
              <a:rPr dirty="0" spc="-160" b="0">
                <a:latin typeface="Tahoma"/>
                <a:cs typeface="Tahoma"/>
              </a:rPr>
              <a:t> </a:t>
            </a:r>
            <a:r>
              <a:rPr dirty="0" spc="120" b="0">
                <a:latin typeface="Tahoma"/>
                <a:cs typeface="Tahoma"/>
              </a:rPr>
              <a:t>¿DUDAS?</a:t>
            </a:r>
          </a:p>
        </p:txBody>
      </p:sp>
      <p:sp>
        <p:nvSpPr>
          <p:cNvPr id="6" name="object 6" descr=""/>
          <p:cNvSpPr txBox="1"/>
          <p:nvPr/>
        </p:nvSpPr>
        <p:spPr>
          <a:xfrm>
            <a:off x="5687509" y="8300044"/>
            <a:ext cx="7339965" cy="91948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5850" spc="405">
                <a:solidFill>
                  <a:srgbClr val="FFFFFF"/>
                </a:solidFill>
                <a:latin typeface="Tahoma"/>
                <a:cs typeface="Tahoma"/>
              </a:rPr>
              <a:t>¡MUCHAS</a:t>
            </a:r>
            <a:r>
              <a:rPr dirty="0" sz="5850" spc="33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dirty="0" sz="5850" spc="275">
                <a:solidFill>
                  <a:srgbClr val="FFFFFF"/>
                </a:solidFill>
                <a:latin typeface="Tahoma"/>
                <a:cs typeface="Tahoma"/>
              </a:rPr>
              <a:t>GRACIAS¡</a:t>
            </a:r>
            <a:endParaRPr sz="5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LUKAS BRANDON MEZA LAGOS</dc:creator>
  <cp:keywords>DAGxx3VX-Og,BAF-kbP-qyI,0</cp:keywords>
  <dc:title>Presentación Final del Proyecto</dc:title>
  <dcterms:created xsi:type="dcterms:W3CDTF">2025-12-03T00:56:27Z</dcterms:created>
  <dcterms:modified xsi:type="dcterms:W3CDTF">2025-12-03T00:56:27Z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2025-12-03T00:00:00Z</vt:filetime>
  </property>
  <property fmtid="{D5CDD505-2E9C-101B-9397-08002B2CF9AE}" pid="3" name="Creator">
    <vt:lpwstr>Canva</vt:lpwstr>
  </property>
  <property fmtid="{D5CDD505-2E9C-101B-9397-08002B2CF9AE}" pid="4" name="LastSaved">
    <vt:filetime>2025-12-03T00:00:00Z</vt:filetime>
  </property>
  <property fmtid="{D5CDD505-2E9C-101B-9397-08002B2CF9AE}" pid="5" name="Producer">
    <vt:lpwstr>Canva</vt:lpwstr>
  </property>
</Properties>
</file>